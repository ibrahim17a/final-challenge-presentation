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81" r:id="rId5"/>
    <p:sldId id="284" r:id="rId6"/>
    <p:sldId id="261" r:id="rId7"/>
    <p:sldId id="273" r:id="rId8"/>
    <p:sldId id="293" r:id="rId9"/>
    <p:sldId id="294" r:id="rId10"/>
    <p:sldId id="279" r:id="rId11"/>
    <p:sldId id="296" r:id="rId12"/>
    <p:sldId id="265" r:id="rId13"/>
    <p:sldId id="300" r:id="rId14"/>
    <p:sldId id="297" r:id="rId15"/>
    <p:sldId id="266" r:id="rId16"/>
    <p:sldId id="298"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879" autoAdjust="0"/>
  </p:normalViewPr>
  <p:slideViewPr>
    <p:cSldViewPr snapToGrid="0">
      <p:cViewPr>
        <p:scale>
          <a:sx n="45" d="100"/>
          <a:sy n="45" d="100"/>
        </p:scale>
        <p:origin x="1851" y="88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7E717D-0F76-45BE-A836-726A8E618E3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D581FCE-42EA-4DA4-8208-4FB0C3098566}">
      <dgm:prSet/>
      <dgm:spPr/>
      <dgm:t>
        <a:bodyPr/>
        <a:lstStyle/>
        <a:p>
          <a:r>
            <a:rPr lang="en-US" b="0" i="0" baseline="0"/>
            <a:t>Goal: turn spoken audio into useful structured output </a:t>
          </a:r>
          <a:endParaRPr lang="en-US"/>
        </a:p>
      </dgm:t>
    </dgm:pt>
    <dgm:pt modelId="{70B3E12A-9C9A-43E7-B4BD-A1DF075DE631}" type="parTrans" cxnId="{2442FE68-F5BE-4BB9-88F0-EB27587ED474}">
      <dgm:prSet/>
      <dgm:spPr/>
      <dgm:t>
        <a:bodyPr/>
        <a:lstStyle/>
        <a:p>
          <a:endParaRPr lang="en-US"/>
        </a:p>
      </dgm:t>
    </dgm:pt>
    <dgm:pt modelId="{27C47D56-188C-4207-8B7B-EADF1E904757}" type="sibTrans" cxnId="{2442FE68-F5BE-4BB9-88F0-EB27587ED474}">
      <dgm:prSet/>
      <dgm:spPr/>
      <dgm:t>
        <a:bodyPr/>
        <a:lstStyle/>
        <a:p>
          <a:endParaRPr lang="en-US"/>
        </a:p>
      </dgm:t>
    </dgm:pt>
    <dgm:pt modelId="{C5B7F850-4D21-449C-829C-34F298862240}">
      <dgm:prSet/>
      <dgm:spPr/>
      <dgm:t>
        <a:bodyPr/>
        <a:lstStyle/>
        <a:p>
          <a:r>
            <a:rPr lang="en-US" b="0" i="0" baseline="0"/>
            <a:t>Problem: audio takes time to review manually </a:t>
          </a:r>
          <a:endParaRPr lang="en-US"/>
        </a:p>
      </dgm:t>
    </dgm:pt>
    <dgm:pt modelId="{4DD87FE1-D526-4B5D-A116-C25ED642F286}" type="parTrans" cxnId="{153E63A5-3DD5-4224-A211-CCE7A49EFDDB}">
      <dgm:prSet/>
      <dgm:spPr/>
      <dgm:t>
        <a:bodyPr/>
        <a:lstStyle/>
        <a:p>
          <a:endParaRPr lang="en-US"/>
        </a:p>
      </dgm:t>
    </dgm:pt>
    <dgm:pt modelId="{FEB3432B-5DF4-4EAD-BD23-8A07D86087A5}" type="sibTrans" cxnId="{153E63A5-3DD5-4224-A211-CCE7A49EFDDB}">
      <dgm:prSet/>
      <dgm:spPr/>
      <dgm:t>
        <a:bodyPr/>
        <a:lstStyle/>
        <a:p>
          <a:endParaRPr lang="en-US"/>
        </a:p>
      </dgm:t>
    </dgm:pt>
    <dgm:pt modelId="{5A964381-6DF7-4546-84D2-421C6A7BE3F2}">
      <dgm:prSet/>
      <dgm:spPr/>
      <dgm:t>
        <a:bodyPr/>
        <a:lstStyle/>
        <a:p>
          <a:r>
            <a:rPr lang="en-US" b="0" i="0" baseline="0"/>
            <a:t>Input: short self-recorded voice note </a:t>
          </a:r>
          <a:endParaRPr lang="en-US"/>
        </a:p>
      </dgm:t>
    </dgm:pt>
    <dgm:pt modelId="{3B30E190-282B-4065-8C40-60467758BD8E}" type="parTrans" cxnId="{48EE7B2E-CD6F-4B7D-A632-DB65AD20F089}">
      <dgm:prSet/>
      <dgm:spPr/>
      <dgm:t>
        <a:bodyPr/>
        <a:lstStyle/>
        <a:p>
          <a:endParaRPr lang="en-US"/>
        </a:p>
      </dgm:t>
    </dgm:pt>
    <dgm:pt modelId="{E441A25C-097C-4E9F-AA22-DA7081A9CCDA}" type="sibTrans" cxnId="{48EE7B2E-CD6F-4B7D-A632-DB65AD20F089}">
      <dgm:prSet/>
      <dgm:spPr/>
      <dgm:t>
        <a:bodyPr/>
        <a:lstStyle/>
        <a:p>
          <a:endParaRPr lang="en-US"/>
        </a:p>
      </dgm:t>
    </dgm:pt>
    <dgm:pt modelId="{C23543A1-ED16-4E0F-A586-0F8F44FB5748}">
      <dgm:prSet/>
      <dgm:spPr/>
      <dgm:t>
        <a:bodyPr/>
        <a:lstStyle/>
        <a:p>
          <a:r>
            <a:rPr lang="en-US" b="0" i="0" baseline="0"/>
            <a:t>Use case: meeting or project update summarization </a:t>
          </a:r>
          <a:endParaRPr lang="en-US"/>
        </a:p>
      </dgm:t>
    </dgm:pt>
    <dgm:pt modelId="{192FB717-41C8-4620-B664-AA15FE17CB76}" type="parTrans" cxnId="{403B6FEE-CD56-46A8-A314-E12BB18043E9}">
      <dgm:prSet/>
      <dgm:spPr/>
      <dgm:t>
        <a:bodyPr/>
        <a:lstStyle/>
        <a:p>
          <a:endParaRPr lang="en-US"/>
        </a:p>
      </dgm:t>
    </dgm:pt>
    <dgm:pt modelId="{C4E2209B-FE06-4B41-B916-F833DEB560C8}" type="sibTrans" cxnId="{403B6FEE-CD56-46A8-A314-E12BB18043E9}">
      <dgm:prSet/>
      <dgm:spPr/>
      <dgm:t>
        <a:bodyPr/>
        <a:lstStyle/>
        <a:p>
          <a:endParaRPr lang="en-US"/>
        </a:p>
      </dgm:t>
    </dgm:pt>
    <dgm:pt modelId="{21B963FF-2766-4AE6-8D61-24162BF0DE5B}" type="pres">
      <dgm:prSet presAssocID="{EF7E717D-0F76-45BE-A836-726A8E618E3E}" presName="root" presStyleCnt="0">
        <dgm:presLayoutVars>
          <dgm:dir/>
          <dgm:resizeHandles val="exact"/>
        </dgm:presLayoutVars>
      </dgm:prSet>
      <dgm:spPr/>
    </dgm:pt>
    <dgm:pt modelId="{4B0704CD-C75B-4376-B962-EFF343EA4105}" type="pres">
      <dgm:prSet presAssocID="{8D581FCE-42EA-4DA4-8208-4FB0C3098566}" presName="compNode" presStyleCnt="0"/>
      <dgm:spPr/>
    </dgm:pt>
    <dgm:pt modelId="{CA6E04A4-83D1-4B42-A0D3-DA65A31CCD0E}" type="pres">
      <dgm:prSet presAssocID="{8D581FCE-42EA-4DA4-8208-4FB0C3098566}" presName="bgRect" presStyleLbl="bgShp" presStyleIdx="0" presStyleCnt="4"/>
      <dgm:spPr/>
    </dgm:pt>
    <dgm:pt modelId="{804AE4F2-E853-41E6-A574-DC4A9C059063}" type="pres">
      <dgm:prSet presAssocID="{8D581FCE-42EA-4DA4-8208-4FB0C309856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phones"/>
        </a:ext>
      </dgm:extLst>
    </dgm:pt>
    <dgm:pt modelId="{85B77DC3-9576-4D9C-A7AA-235AF5A1166B}" type="pres">
      <dgm:prSet presAssocID="{8D581FCE-42EA-4DA4-8208-4FB0C3098566}" presName="spaceRect" presStyleCnt="0"/>
      <dgm:spPr/>
    </dgm:pt>
    <dgm:pt modelId="{2FB87102-FE2A-48BB-9073-B25B3D883827}" type="pres">
      <dgm:prSet presAssocID="{8D581FCE-42EA-4DA4-8208-4FB0C3098566}" presName="parTx" presStyleLbl="revTx" presStyleIdx="0" presStyleCnt="4">
        <dgm:presLayoutVars>
          <dgm:chMax val="0"/>
          <dgm:chPref val="0"/>
        </dgm:presLayoutVars>
      </dgm:prSet>
      <dgm:spPr/>
    </dgm:pt>
    <dgm:pt modelId="{55F442BD-25DE-4A65-805E-A15E6B848CB5}" type="pres">
      <dgm:prSet presAssocID="{27C47D56-188C-4207-8B7B-EADF1E904757}" presName="sibTrans" presStyleCnt="0"/>
      <dgm:spPr/>
    </dgm:pt>
    <dgm:pt modelId="{B67FA264-1D9C-4EE3-850D-90298DE9C887}" type="pres">
      <dgm:prSet presAssocID="{C5B7F850-4D21-449C-829C-34F298862240}" presName="compNode" presStyleCnt="0"/>
      <dgm:spPr/>
    </dgm:pt>
    <dgm:pt modelId="{347CC1C9-206F-433A-B05F-6088397C1E16}" type="pres">
      <dgm:prSet presAssocID="{C5B7F850-4D21-449C-829C-34F298862240}" presName="bgRect" presStyleLbl="bgShp" presStyleIdx="1" presStyleCnt="4"/>
      <dgm:spPr/>
    </dgm:pt>
    <dgm:pt modelId="{94B569F0-E306-4005-B885-78F2885C0B0D}" type="pres">
      <dgm:prSet presAssocID="{C5B7F850-4D21-449C-829C-34F29886224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1C3E08C5-C40F-41FB-BE8F-07702011FBC9}" type="pres">
      <dgm:prSet presAssocID="{C5B7F850-4D21-449C-829C-34F298862240}" presName="spaceRect" presStyleCnt="0"/>
      <dgm:spPr/>
    </dgm:pt>
    <dgm:pt modelId="{6EF3A26E-847B-4598-BB96-900854B25E21}" type="pres">
      <dgm:prSet presAssocID="{C5B7F850-4D21-449C-829C-34F298862240}" presName="parTx" presStyleLbl="revTx" presStyleIdx="1" presStyleCnt="4">
        <dgm:presLayoutVars>
          <dgm:chMax val="0"/>
          <dgm:chPref val="0"/>
        </dgm:presLayoutVars>
      </dgm:prSet>
      <dgm:spPr/>
    </dgm:pt>
    <dgm:pt modelId="{ABDFCC0D-DA04-4DDB-B2A2-02F06D1230A7}" type="pres">
      <dgm:prSet presAssocID="{FEB3432B-5DF4-4EAD-BD23-8A07D86087A5}" presName="sibTrans" presStyleCnt="0"/>
      <dgm:spPr/>
    </dgm:pt>
    <dgm:pt modelId="{D449CD6F-3976-42E1-A77B-CB5E0D10BDEC}" type="pres">
      <dgm:prSet presAssocID="{5A964381-6DF7-4546-84D2-421C6A7BE3F2}" presName="compNode" presStyleCnt="0"/>
      <dgm:spPr/>
    </dgm:pt>
    <dgm:pt modelId="{5ADD24FB-695C-479A-8B22-7687A593015D}" type="pres">
      <dgm:prSet presAssocID="{5A964381-6DF7-4546-84D2-421C6A7BE3F2}" presName="bgRect" presStyleLbl="bgShp" presStyleIdx="2" presStyleCnt="4"/>
      <dgm:spPr/>
    </dgm:pt>
    <dgm:pt modelId="{390E2667-2AA3-4EAC-B1C0-1E4BC54A84F3}" type="pres">
      <dgm:prSet presAssocID="{5A964381-6DF7-4546-84D2-421C6A7BE3F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odcast"/>
        </a:ext>
      </dgm:extLst>
    </dgm:pt>
    <dgm:pt modelId="{44892F48-6EEB-4BB9-B1E6-AA47DA4E13C6}" type="pres">
      <dgm:prSet presAssocID="{5A964381-6DF7-4546-84D2-421C6A7BE3F2}" presName="spaceRect" presStyleCnt="0"/>
      <dgm:spPr/>
    </dgm:pt>
    <dgm:pt modelId="{5AE5D9E2-5B5F-4CE2-9AE2-3233932FEF21}" type="pres">
      <dgm:prSet presAssocID="{5A964381-6DF7-4546-84D2-421C6A7BE3F2}" presName="parTx" presStyleLbl="revTx" presStyleIdx="2" presStyleCnt="4">
        <dgm:presLayoutVars>
          <dgm:chMax val="0"/>
          <dgm:chPref val="0"/>
        </dgm:presLayoutVars>
      </dgm:prSet>
      <dgm:spPr/>
    </dgm:pt>
    <dgm:pt modelId="{90C96E91-D970-40A6-AC74-7874A51B48D7}" type="pres">
      <dgm:prSet presAssocID="{E441A25C-097C-4E9F-AA22-DA7081A9CCDA}" presName="sibTrans" presStyleCnt="0"/>
      <dgm:spPr/>
    </dgm:pt>
    <dgm:pt modelId="{B748005B-98B7-4E22-9A3C-45FA778F990C}" type="pres">
      <dgm:prSet presAssocID="{C23543A1-ED16-4E0F-A586-0F8F44FB5748}" presName="compNode" presStyleCnt="0"/>
      <dgm:spPr/>
    </dgm:pt>
    <dgm:pt modelId="{4AEBC15A-FAE9-4E11-BE58-267341030B7D}" type="pres">
      <dgm:prSet presAssocID="{C23543A1-ED16-4E0F-A586-0F8F44FB5748}" presName="bgRect" presStyleLbl="bgShp" presStyleIdx="3" presStyleCnt="4"/>
      <dgm:spPr/>
    </dgm:pt>
    <dgm:pt modelId="{BB03D14E-FDCD-47BE-AD53-10EDD7AE161E}" type="pres">
      <dgm:prSet presAssocID="{C23543A1-ED16-4E0F-A586-0F8F44FB574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2FC90084-A01F-4DF5-959E-1CD6267AD0EA}" type="pres">
      <dgm:prSet presAssocID="{C23543A1-ED16-4E0F-A586-0F8F44FB5748}" presName="spaceRect" presStyleCnt="0"/>
      <dgm:spPr/>
    </dgm:pt>
    <dgm:pt modelId="{AE5D9873-E930-4171-86AD-FDDACB9C6523}" type="pres">
      <dgm:prSet presAssocID="{C23543A1-ED16-4E0F-A586-0F8F44FB5748}" presName="parTx" presStyleLbl="revTx" presStyleIdx="3" presStyleCnt="4">
        <dgm:presLayoutVars>
          <dgm:chMax val="0"/>
          <dgm:chPref val="0"/>
        </dgm:presLayoutVars>
      </dgm:prSet>
      <dgm:spPr/>
    </dgm:pt>
  </dgm:ptLst>
  <dgm:cxnLst>
    <dgm:cxn modelId="{48EE7B2E-CD6F-4B7D-A632-DB65AD20F089}" srcId="{EF7E717D-0F76-45BE-A836-726A8E618E3E}" destId="{5A964381-6DF7-4546-84D2-421C6A7BE3F2}" srcOrd="2" destOrd="0" parTransId="{3B30E190-282B-4065-8C40-60467758BD8E}" sibTransId="{E441A25C-097C-4E9F-AA22-DA7081A9CCDA}"/>
    <dgm:cxn modelId="{2405A239-1E61-425A-99E4-3EA5E824041A}" type="presOf" srcId="{C5B7F850-4D21-449C-829C-34F298862240}" destId="{6EF3A26E-847B-4598-BB96-900854B25E21}" srcOrd="0" destOrd="0" presId="urn:microsoft.com/office/officeart/2018/2/layout/IconVerticalSolidList"/>
    <dgm:cxn modelId="{28FB0541-FBCD-4DA0-BCF8-96A12B526327}" type="presOf" srcId="{8D581FCE-42EA-4DA4-8208-4FB0C3098566}" destId="{2FB87102-FE2A-48BB-9073-B25B3D883827}" srcOrd="0" destOrd="0" presId="urn:microsoft.com/office/officeart/2018/2/layout/IconVerticalSolidList"/>
    <dgm:cxn modelId="{2442FE68-F5BE-4BB9-88F0-EB27587ED474}" srcId="{EF7E717D-0F76-45BE-A836-726A8E618E3E}" destId="{8D581FCE-42EA-4DA4-8208-4FB0C3098566}" srcOrd="0" destOrd="0" parTransId="{70B3E12A-9C9A-43E7-B4BD-A1DF075DE631}" sibTransId="{27C47D56-188C-4207-8B7B-EADF1E904757}"/>
    <dgm:cxn modelId="{4B13BE54-4351-4262-B53E-E6511437B587}" type="presOf" srcId="{C23543A1-ED16-4E0F-A586-0F8F44FB5748}" destId="{AE5D9873-E930-4171-86AD-FDDACB9C6523}" srcOrd="0" destOrd="0" presId="urn:microsoft.com/office/officeart/2018/2/layout/IconVerticalSolidList"/>
    <dgm:cxn modelId="{90718D7E-2CE9-45C0-944E-C76A35088BFD}" type="presOf" srcId="{EF7E717D-0F76-45BE-A836-726A8E618E3E}" destId="{21B963FF-2766-4AE6-8D61-24162BF0DE5B}" srcOrd="0" destOrd="0" presId="urn:microsoft.com/office/officeart/2018/2/layout/IconVerticalSolidList"/>
    <dgm:cxn modelId="{ADE9AFA3-1456-4A1A-988F-0728A14B3671}" type="presOf" srcId="{5A964381-6DF7-4546-84D2-421C6A7BE3F2}" destId="{5AE5D9E2-5B5F-4CE2-9AE2-3233932FEF21}" srcOrd="0" destOrd="0" presId="urn:microsoft.com/office/officeart/2018/2/layout/IconVerticalSolidList"/>
    <dgm:cxn modelId="{153E63A5-3DD5-4224-A211-CCE7A49EFDDB}" srcId="{EF7E717D-0F76-45BE-A836-726A8E618E3E}" destId="{C5B7F850-4D21-449C-829C-34F298862240}" srcOrd="1" destOrd="0" parTransId="{4DD87FE1-D526-4B5D-A116-C25ED642F286}" sibTransId="{FEB3432B-5DF4-4EAD-BD23-8A07D86087A5}"/>
    <dgm:cxn modelId="{403B6FEE-CD56-46A8-A314-E12BB18043E9}" srcId="{EF7E717D-0F76-45BE-A836-726A8E618E3E}" destId="{C23543A1-ED16-4E0F-A586-0F8F44FB5748}" srcOrd="3" destOrd="0" parTransId="{192FB717-41C8-4620-B664-AA15FE17CB76}" sibTransId="{C4E2209B-FE06-4B41-B916-F833DEB560C8}"/>
    <dgm:cxn modelId="{3CA9159C-BC30-4407-8A86-E1578E0609B7}" type="presParOf" srcId="{21B963FF-2766-4AE6-8D61-24162BF0DE5B}" destId="{4B0704CD-C75B-4376-B962-EFF343EA4105}" srcOrd="0" destOrd="0" presId="urn:microsoft.com/office/officeart/2018/2/layout/IconVerticalSolidList"/>
    <dgm:cxn modelId="{BD553052-E770-45E9-B473-36198050C431}" type="presParOf" srcId="{4B0704CD-C75B-4376-B962-EFF343EA4105}" destId="{CA6E04A4-83D1-4B42-A0D3-DA65A31CCD0E}" srcOrd="0" destOrd="0" presId="urn:microsoft.com/office/officeart/2018/2/layout/IconVerticalSolidList"/>
    <dgm:cxn modelId="{4444CD57-181F-4907-BF7F-09E7B398E4BD}" type="presParOf" srcId="{4B0704CD-C75B-4376-B962-EFF343EA4105}" destId="{804AE4F2-E853-41E6-A574-DC4A9C059063}" srcOrd="1" destOrd="0" presId="urn:microsoft.com/office/officeart/2018/2/layout/IconVerticalSolidList"/>
    <dgm:cxn modelId="{721307DC-13D1-449E-8374-792B618091A4}" type="presParOf" srcId="{4B0704CD-C75B-4376-B962-EFF343EA4105}" destId="{85B77DC3-9576-4D9C-A7AA-235AF5A1166B}" srcOrd="2" destOrd="0" presId="urn:microsoft.com/office/officeart/2018/2/layout/IconVerticalSolidList"/>
    <dgm:cxn modelId="{DAC3CE92-70E9-404E-86B7-C56CF994F80E}" type="presParOf" srcId="{4B0704CD-C75B-4376-B962-EFF343EA4105}" destId="{2FB87102-FE2A-48BB-9073-B25B3D883827}" srcOrd="3" destOrd="0" presId="urn:microsoft.com/office/officeart/2018/2/layout/IconVerticalSolidList"/>
    <dgm:cxn modelId="{10C2FA93-3F0C-44E2-8892-3298CBE811F1}" type="presParOf" srcId="{21B963FF-2766-4AE6-8D61-24162BF0DE5B}" destId="{55F442BD-25DE-4A65-805E-A15E6B848CB5}" srcOrd="1" destOrd="0" presId="urn:microsoft.com/office/officeart/2018/2/layout/IconVerticalSolidList"/>
    <dgm:cxn modelId="{59750B2A-233A-414F-AD4C-49EAB3E82C51}" type="presParOf" srcId="{21B963FF-2766-4AE6-8D61-24162BF0DE5B}" destId="{B67FA264-1D9C-4EE3-850D-90298DE9C887}" srcOrd="2" destOrd="0" presId="urn:microsoft.com/office/officeart/2018/2/layout/IconVerticalSolidList"/>
    <dgm:cxn modelId="{0BCD089C-1254-4CF7-9149-C049CF7F3F8A}" type="presParOf" srcId="{B67FA264-1D9C-4EE3-850D-90298DE9C887}" destId="{347CC1C9-206F-433A-B05F-6088397C1E16}" srcOrd="0" destOrd="0" presId="urn:microsoft.com/office/officeart/2018/2/layout/IconVerticalSolidList"/>
    <dgm:cxn modelId="{B1F33EA1-B18C-424B-B9A3-11027132DF89}" type="presParOf" srcId="{B67FA264-1D9C-4EE3-850D-90298DE9C887}" destId="{94B569F0-E306-4005-B885-78F2885C0B0D}" srcOrd="1" destOrd="0" presId="urn:microsoft.com/office/officeart/2018/2/layout/IconVerticalSolidList"/>
    <dgm:cxn modelId="{F4BF1FA4-57C2-4A7F-A276-10CB3605454D}" type="presParOf" srcId="{B67FA264-1D9C-4EE3-850D-90298DE9C887}" destId="{1C3E08C5-C40F-41FB-BE8F-07702011FBC9}" srcOrd="2" destOrd="0" presId="urn:microsoft.com/office/officeart/2018/2/layout/IconVerticalSolidList"/>
    <dgm:cxn modelId="{669B248B-A7B7-46AD-818F-6E7AB66F7F76}" type="presParOf" srcId="{B67FA264-1D9C-4EE3-850D-90298DE9C887}" destId="{6EF3A26E-847B-4598-BB96-900854B25E21}" srcOrd="3" destOrd="0" presId="urn:microsoft.com/office/officeart/2018/2/layout/IconVerticalSolidList"/>
    <dgm:cxn modelId="{F81DBA9F-8539-4067-A72F-C06711952ADA}" type="presParOf" srcId="{21B963FF-2766-4AE6-8D61-24162BF0DE5B}" destId="{ABDFCC0D-DA04-4DDB-B2A2-02F06D1230A7}" srcOrd="3" destOrd="0" presId="urn:microsoft.com/office/officeart/2018/2/layout/IconVerticalSolidList"/>
    <dgm:cxn modelId="{99683E74-A39D-4900-A46E-8CCB0FEA0C81}" type="presParOf" srcId="{21B963FF-2766-4AE6-8D61-24162BF0DE5B}" destId="{D449CD6F-3976-42E1-A77B-CB5E0D10BDEC}" srcOrd="4" destOrd="0" presId="urn:microsoft.com/office/officeart/2018/2/layout/IconVerticalSolidList"/>
    <dgm:cxn modelId="{2471CCA3-2D6D-4C97-B53A-EFF7667E8BF1}" type="presParOf" srcId="{D449CD6F-3976-42E1-A77B-CB5E0D10BDEC}" destId="{5ADD24FB-695C-479A-8B22-7687A593015D}" srcOrd="0" destOrd="0" presId="urn:microsoft.com/office/officeart/2018/2/layout/IconVerticalSolidList"/>
    <dgm:cxn modelId="{C8896F72-1E4F-4CFB-9065-B024C4044040}" type="presParOf" srcId="{D449CD6F-3976-42E1-A77B-CB5E0D10BDEC}" destId="{390E2667-2AA3-4EAC-B1C0-1E4BC54A84F3}" srcOrd="1" destOrd="0" presId="urn:microsoft.com/office/officeart/2018/2/layout/IconVerticalSolidList"/>
    <dgm:cxn modelId="{7A58C480-1EF5-4E90-BA93-A5732728E38B}" type="presParOf" srcId="{D449CD6F-3976-42E1-A77B-CB5E0D10BDEC}" destId="{44892F48-6EEB-4BB9-B1E6-AA47DA4E13C6}" srcOrd="2" destOrd="0" presId="urn:microsoft.com/office/officeart/2018/2/layout/IconVerticalSolidList"/>
    <dgm:cxn modelId="{E279E1F0-12A5-487D-9B81-F1EE632C7055}" type="presParOf" srcId="{D449CD6F-3976-42E1-A77B-CB5E0D10BDEC}" destId="{5AE5D9E2-5B5F-4CE2-9AE2-3233932FEF21}" srcOrd="3" destOrd="0" presId="urn:microsoft.com/office/officeart/2018/2/layout/IconVerticalSolidList"/>
    <dgm:cxn modelId="{4AFE094D-79CB-40F9-BF59-B856DE122401}" type="presParOf" srcId="{21B963FF-2766-4AE6-8D61-24162BF0DE5B}" destId="{90C96E91-D970-40A6-AC74-7874A51B48D7}" srcOrd="5" destOrd="0" presId="urn:microsoft.com/office/officeart/2018/2/layout/IconVerticalSolidList"/>
    <dgm:cxn modelId="{F43ABB41-FAE9-454B-8A7D-5919BDD65FF9}" type="presParOf" srcId="{21B963FF-2766-4AE6-8D61-24162BF0DE5B}" destId="{B748005B-98B7-4E22-9A3C-45FA778F990C}" srcOrd="6" destOrd="0" presId="urn:microsoft.com/office/officeart/2018/2/layout/IconVerticalSolidList"/>
    <dgm:cxn modelId="{2FE9FE67-7780-4482-9B1E-457B3FA2A6B9}" type="presParOf" srcId="{B748005B-98B7-4E22-9A3C-45FA778F990C}" destId="{4AEBC15A-FAE9-4E11-BE58-267341030B7D}" srcOrd="0" destOrd="0" presId="urn:microsoft.com/office/officeart/2018/2/layout/IconVerticalSolidList"/>
    <dgm:cxn modelId="{8C15F1D5-14AF-4EE3-A086-821B44FF9B92}" type="presParOf" srcId="{B748005B-98B7-4E22-9A3C-45FA778F990C}" destId="{BB03D14E-FDCD-47BE-AD53-10EDD7AE161E}" srcOrd="1" destOrd="0" presId="urn:microsoft.com/office/officeart/2018/2/layout/IconVerticalSolidList"/>
    <dgm:cxn modelId="{CF8D62BA-F01B-425B-9374-028E8826666A}" type="presParOf" srcId="{B748005B-98B7-4E22-9A3C-45FA778F990C}" destId="{2FC90084-A01F-4DF5-959E-1CD6267AD0EA}" srcOrd="2" destOrd="0" presId="urn:microsoft.com/office/officeart/2018/2/layout/IconVerticalSolidList"/>
    <dgm:cxn modelId="{C3B1EC99-A9D9-4DD8-94D9-328B7A7AE176}" type="presParOf" srcId="{B748005B-98B7-4E22-9A3C-45FA778F990C}" destId="{AE5D9873-E930-4171-86AD-FDDACB9C652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1E2CCB-040D-4EE0-BAF3-D261F629689F}" type="doc">
      <dgm:prSet loTypeId="urn:microsoft.com/office/officeart/2016/7/layout/RepeatingBendingProcessNew" loCatId="process" qsTypeId="urn:microsoft.com/office/officeart/2005/8/quickstyle/simple2" qsCatId="simple" csTypeId="urn:microsoft.com/office/officeart/2005/8/colors/accent2_2" csCatId="accent2"/>
      <dgm:spPr/>
      <dgm:t>
        <a:bodyPr/>
        <a:lstStyle/>
        <a:p>
          <a:endParaRPr lang="en-US"/>
        </a:p>
      </dgm:t>
    </dgm:pt>
    <dgm:pt modelId="{F94CCE6F-67D5-45F6-B464-E545C8F87224}">
      <dgm:prSet/>
      <dgm:spPr/>
      <dgm:t>
        <a:bodyPr/>
        <a:lstStyle/>
        <a:p>
          <a:r>
            <a:rPr lang="en-US" b="0" i="0" baseline="0"/>
            <a:t>Upload audio </a:t>
          </a:r>
          <a:endParaRPr lang="en-US"/>
        </a:p>
      </dgm:t>
    </dgm:pt>
    <dgm:pt modelId="{145797FB-09D1-4409-BECD-86C3A573CA03}" type="parTrans" cxnId="{B1A6E968-D1A6-4943-9D85-1DE58FDE5DF2}">
      <dgm:prSet/>
      <dgm:spPr/>
      <dgm:t>
        <a:bodyPr/>
        <a:lstStyle/>
        <a:p>
          <a:endParaRPr lang="en-US"/>
        </a:p>
      </dgm:t>
    </dgm:pt>
    <dgm:pt modelId="{1A41636B-7A2E-4E09-B0C6-37AC5A5D3FB0}" type="sibTrans" cxnId="{B1A6E968-D1A6-4943-9D85-1DE58FDE5DF2}">
      <dgm:prSet/>
      <dgm:spPr/>
      <dgm:t>
        <a:bodyPr/>
        <a:lstStyle/>
        <a:p>
          <a:endParaRPr lang="en-US"/>
        </a:p>
      </dgm:t>
    </dgm:pt>
    <dgm:pt modelId="{BF7BAE26-FF33-465A-96A2-C0AF3F2E0FC4}">
      <dgm:prSet/>
      <dgm:spPr/>
      <dgm:t>
        <a:bodyPr/>
        <a:lstStyle/>
        <a:p>
          <a:r>
            <a:rPr lang="en-US" b="0" i="0" baseline="0"/>
            <a:t>Convert audio to WAV </a:t>
          </a:r>
          <a:endParaRPr lang="en-US"/>
        </a:p>
      </dgm:t>
    </dgm:pt>
    <dgm:pt modelId="{3A44AAFC-758B-4AE5-B045-BEEC7124AE7B}" type="parTrans" cxnId="{8D0C962D-4708-4273-8485-005B20156403}">
      <dgm:prSet/>
      <dgm:spPr/>
      <dgm:t>
        <a:bodyPr/>
        <a:lstStyle/>
        <a:p>
          <a:endParaRPr lang="en-US"/>
        </a:p>
      </dgm:t>
    </dgm:pt>
    <dgm:pt modelId="{C951C9DA-768B-46B5-A717-7C09A5E9E25F}" type="sibTrans" cxnId="{8D0C962D-4708-4273-8485-005B20156403}">
      <dgm:prSet/>
      <dgm:spPr/>
      <dgm:t>
        <a:bodyPr/>
        <a:lstStyle/>
        <a:p>
          <a:endParaRPr lang="en-US"/>
        </a:p>
      </dgm:t>
    </dgm:pt>
    <dgm:pt modelId="{984B47BA-580C-438B-B82A-51B704CB6561}">
      <dgm:prSet/>
      <dgm:spPr/>
      <dgm:t>
        <a:bodyPr/>
        <a:lstStyle/>
        <a:p>
          <a:r>
            <a:rPr lang="en-US" b="0" i="0" baseline="0"/>
            <a:t>Transcribe with Whisper Small </a:t>
          </a:r>
          <a:endParaRPr lang="en-US"/>
        </a:p>
      </dgm:t>
    </dgm:pt>
    <dgm:pt modelId="{6F5119BB-FBB4-4BB4-8382-9A7A774BCC94}" type="parTrans" cxnId="{CD2180D6-BF0F-4885-A7A9-A67211C0DAA6}">
      <dgm:prSet/>
      <dgm:spPr/>
      <dgm:t>
        <a:bodyPr/>
        <a:lstStyle/>
        <a:p>
          <a:endParaRPr lang="en-US"/>
        </a:p>
      </dgm:t>
    </dgm:pt>
    <dgm:pt modelId="{5B7B903B-EBC4-4368-A47E-A00FE6EFA31A}" type="sibTrans" cxnId="{CD2180D6-BF0F-4885-A7A9-A67211C0DAA6}">
      <dgm:prSet/>
      <dgm:spPr/>
      <dgm:t>
        <a:bodyPr/>
        <a:lstStyle/>
        <a:p>
          <a:endParaRPr lang="en-US"/>
        </a:p>
      </dgm:t>
    </dgm:pt>
    <dgm:pt modelId="{80AE2EB2-33AC-4E1C-9810-D64F267EB7F4}">
      <dgm:prSet/>
      <dgm:spPr/>
      <dgm:t>
        <a:bodyPr/>
        <a:lstStyle/>
        <a:p>
          <a:r>
            <a:rPr lang="en-US" b="0" i="0" baseline="0"/>
            <a:t>Generate summary, action items, and keywords </a:t>
          </a:r>
          <a:endParaRPr lang="en-US"/>
        </a:p>
      </dgm:t>
    </dgm:pt>
    <dgm:pt modelId="{24E69F52-F704-48C6-9987-C8399107760D}" type="parTrans" cxnId="{72EECB19-F819-495F-8CE5-7F7F45DF7639}">
      <dgm:prSet/>
      <dgm:spPr/>
      <dgm:t>
        <a:bodyPr/>
        <a:lstStyle/>
        <a:p>
          <a:endParaRPr lang="en-US"/>
        </a:p>
      </dgm:t>
    </dgm:pt>
    <dgm:pt modelId="{91D5EA8C-6FA1-4F34-BCC9-F41FC8198147}" type="sibTrans" cxnId="{72EECB19-F819-495F-8CE5-7F7F45DF7639}">
      <dgm:prSet/>
      <dgm:spPr/>
      <dgm:t>
        <a:bodyPr/>
        <a:lstStyle/>
        <a:p>
          <a:endParaRPr lang="en-US"/>
        </a:p>
      </dgm:t>
    </dgm:pt>
    <dgm:pt modelId="{A66971F7-D27A-4CD4-9B1F-F4AE13E08643}">
      <dgm:prSet/>
      <dgm:spPr/>
      <dgm:t>
        <a:bodyPr/>
        <a:lstStyle/>
        <a:p>
          <a:r>
            <a:rPr lang="en-US" b="0" i="0" baseline="0"/>
            <a:t>Compare baseline transcript vs improved output </a:t>
          </a:r>
          <a:endParaRPr lang="en-US"/>
        </a:p>
      </dgm:t>
    </dgm:pt>
    <dgm:pt modelId="{4430E3C2-1E05-44AB-8C3F-91CA7D436E6D}" type="parTrans" cxnId="{39B95029-2271-4F00-AEB9-92311FE633D3}">
      <dgm:prSet/>
      <dgm:spPr/>
      <dgm:t>
        <a:bodyPr/>
        <a:lstStyle/>
        <a:p>
          <a:endParaRPr lang="en-US"/>
        </a:p>
      </dgm:t>
    </dgm:pt>
    <dgm:pt modelId="{A9470F2F-6BC3-4FAB-8C3D-5EBCB6138863}" type="sibTrans" cxnId="{39B95029-2271-4F00-AEB9-92311FE633D3}">
      <dgm:prSet/>
      <dgm:spPr/>
      <dgm:t>
        <a:bodyPr/>
        <a:lstStyle/>
        <a:p>
          <a:endParaRPr lang="en-US"/>
        </a:p>
      </dgm:t>
    </dgm:pt>
    <dgm:pt modelId="{4BE4AB4F-5A0C-4D7F-9F19-FE32FB75434D}" type="pres">
      <dgm:prSet presAssocID="{D71E2CCB-040D-4EE0-BAF3-D261F629689F}" presName="Name0" presStyleCnt="0">
        <dgm:presLayoutVars>
          <dgm:dir/>
          <dgm:resizeHandles val="exact"/>
        </dgm:presLayoutVars>
      </dgm:prSet>
      <dgm:spPr/>
    </dgm:pt>
    <dgm:pt modelId="{68FDA931-E061-406F-8612-FACE1489C802}" type="pres">
      <dgm:prSet presAssocID="{F94CCE6F-67D5-45F6-B464-E545C8F87224}" presName="node" presStyleLbl="node1" presStyleIdx="0" presStyleCnt="5">
        <dgm:presLayoutVars>
          <dgm:bulletEnabled val="1"/>
        </dgm:presLayoutVars>
      </dgm:prSet>
      <dgm:spPr/>
    </dgm:pt>
    <dgm:pt modelId="{1E241A54-E3D8-4F0E-9FE8-19901F7C9DDE}" type="pres">
      <dgm:prSet presAssocID="{1A41636B-7A2E-4E09-B0C6-37AC5A5D3FB0}" presName="sibTrans" presStyleLbl="sibTrans1D1" presStyleIdx="0" presStyleCnt="4"/>
      <dgm:spPr/>
    </dgm:pt>
    <dgm:pt modelId="{DC489C4A-3971-4BA7-A9A9-4401CD46039A}" type="pres">
      <dgm:prSet presAssocID="{1A41636B-7A2E-4E09-B0C6-37AC5A5D3FB0}" presName="connectorText" presStyleLbl="sibTrans1D1" presStyleIdx="0" presStyleCnt="4"/>
      <dgm:spPr/>
    </dgm:pt>
    <dgm:pt modelId="{E0772366-020A-4844-8BE7-7B5117D26EEF}" type="pres">
      <dgm:prSet presAssocID="{BF7BAE26-FF33-465A-96A2-C0AF3F2E0FC4}" presName="node" presStyleLbl="node1" presStyleIdx="1" presStyleCnt="5">
        <dgm:presLayoutVars>
          <dgm:bulletEnabled val="1"/>
        </dgm:presLayoutVars>
      </dgm:prSet>
      <dgm:spPr/>
    </dgm:pt>
    <dgm:pt modelId="{F9DF6455-C302-41A8-AA1C-73713FA3C782}" type="pres">
      <dgm:prSet presAssocID="{C951C9DA-768B-46B5-A717-7C09A5E9E25F}" presName="sibTrans" presStyleLbl="sibTrans1D1" presStyleIdx="1" presStyleCnt="4"/>
      <dgm:spPr/>
    </dgm:pt>
    <dgm:pt modelId="{D2813940-5FEA-400F-971D-427886A6AE07}" type="pres">
      <dgm:prSet presAssocID="{C951C9DA-768B-46B5-A717-7C09A5E9E25F}" presName="connectorText" presStyleLbl="sibTrans1D1" presStyleIdx="1" presStyleCnt="4"/>
      <dgm:spPr/>
    </dgm:pt>
    <dgm:pt modelId="{FE2F24FA-68CE-4F97-B14E-4657C4A7636C}" type="pres">
      <dgm:prSet presAssocID="{984B47BA-580C-438B-B82A-51B704CB6561}" presName="node" presStyleLbl="node1" presStyleIdx="2" presStyleCnt="5">
        <dgm:presLayoutVars>
          <dgm:bulletEnabled val="1"/>
        </dgm:presLayoutVars>
      </dgm:prSet>
      <dgm:spPr/>
    </dgm:pt>
    <dgm:pt modelId="{9EB5A78F-E02E-413D-8CF2-94AA00CB5044}" type="pres">
      <dgm:prSet presAssocID="{5B7B903B-EBC4-4368-A47E-A00FE6EFA31A}" presName="sibTrans" presStyleLbl="sibTrans1D1" presStyleIdx="2" presStyleCnt="4"/>
      <dgm:spPr/>
    </dgm:pt>
    <dgm:pt modelId="{4B43828E-CF88-4F47-8FAD-97BBEDD341E1}" type="pres">
      <dgm:prSet presAssocID="{5B7B903B-EBC4-4368-A47E-A00FE6EFA31A}" presName="connectorText" presStyleLbl="sibTrans1D1" presStyleIdx="2" presStyleCnt="4"/>
      <dgm:spPr/>
    </dgm:pt>
    <dgm:pt modelId="{3962051A-4899-4D3E-A10E-5B55ABD97906}" type="pres">
      <dgm:prSet presAssocID="{80AE2EB2-33AC-4E1C-9810-D64F267EB7F4}" presName="node" presStyleLbl="node1" presStyleIdx="3" presStyleCnt="5">
        <dgm:presLayoutVars>
          <dgm:bulletEnabled val="1"/>
        </dgm:presLayoutVars>
      </dgm:prSet>
      <dgm:spPr/>
    </dgm:pt>
    <dgm:pt modelId="{C4A1509C-FFDA-47D1-B874-0906EC207EF0}" type="pres">
      <dgm:prSet presAssocID="{91D5EA8C-6FA1-4F34-BCC9-F41FC8198147}" presName="sibTrans" presStyleLbl="sibTrans1D1" presStyleIdx="3" presStyleCnt="4"/>
      <dgm:spPr/>
    </dgm:pt>
    <dgm:pt modelId="{8505FBAB-BB5D-463C-AEB3-94661D9BA0C7}" type="pres">
      <dgm:prSet presAssocID="{91D5EA8C-6FA1-4F34-BCC9-F41FC8198147}" presName="connectorText" presStyleLbl="sibTrans1D1" presStyleIdx="3" presStyleCnt="4"/>
      <dgm:spPr/>
    </dgm:pt>
    <dgm:pt modelId="{A5B0CF78-6B50-4EC6-B341-72D433F11665}" type="pres">
      <dgm:prSet presAssocID="{A66971F7-D27A-4CD4-9B1F-F4AE13E08643}" presName="node" presStyleLbl="node1" presStyleIdx="4" presStyleCnt="5">
        <dgm:presLayoutVars>
          <dgm:bulletEnabled val="1"/>
        </dgm:presLayoutVars>
      </dgm:prSet>
      <dgm:spPr/>
    </dgm:pt>
  </dgm:ptLst>
  <dgm:cxnLst>
    <dgm:cxn modelId="{6B225804-97F5-44C2-9CF8-7E1B0D8AA13D}" type="presOf" srcId="{1A41636B-7A2E-4E09-B0C6-37AC5A5D3FB0}" destId="{DC489C4A-3971-4BA7-A9A9-4401CD46039A}" srcOrd="1" destOrd="0" presId="urn:microsoft.com/office/officeart/2016/7/layout/RepeatingBendingProcessNew"/>
    <dgm:cxn modelId="{72EECB19-F819-495F-8CE5-7F7F45DF7639}" srcId="{D71E2CCB-040D-4EE0-BAF3-D261F629689F}" destId="{80AE2EB2-33AC-4E1C-9810-D64F267EB7F4}" srcOrd="3" destOrd="0" parTransId="{24E69F52-F704-48C6-9987-C8399107760D}" sibTransId="{91D5EA8C-6FA1-4F34-BCC9-F41FC8198147}"/>
    <dgm:cxn modelId="{B8F72C27-C49D-459C-86F2-716CC842246A}" type="presOf" srcId="{80AE2EB2-33AC-4E1C-9810-D64F267EB7F4}" destId="{3962051A-4899-4D3E-A10E-5B55ABD97906}" srcOrd="0" destOrd="0" presId="urn:microsoft.com/office/officeart/2016/7/layout/RepeatingBendingProcessNew"/>
    <dgm:cxn modelId="{39B95029-2271-4F00-AEB9-92311FE633D3}" srcId="{D71E2CCB-040D-4EE0-BAF3-D261F629689F}" destId="{A66971F7-D27A-4CD4-9B1F-F4AE13E08643}" srcOrd="4" destOrd="0" parTransId="{4430E3C2-1E05-44AB-8C3F-91CA7D436E6D}" sibTransId="{A9470F2F-6BC3-4FAB-8C3D-5EBCB6138863}"/>
    <dgm:cxn modelId="{8D0C962D-4708-4273-8485-005B20156403}" srcId="{D71E2CCB-040D-4EE0-BAF3-D261F629689F}" destId="{BF7BAE26-FF33-465A-96A2-C0AF3F2E0FC4}" srcOrd="1" destOrd="0" parTransId="{3A44AAFC-758B-4AE5-B045-BEEC7124AE7B}" sibTransId="{C951C9DA-768B-46B5-A717-7C09A5E9E25F}"/>
    <dgm:cxn modelId="{B1ADED31-F7F2-4D88-9883-29AF09B477A8}" type="presOf" srcId="{91D5EA8C-6FA1-4F34-BCC9-F41FC8198147}" destId="{8505FBAB-BB5D-463C-AEB3-94661D9BA0C7}" srcOrd="1" destOrd="0" presId="urn:microsoft.com/office/officeart/2016/7/layout/RepeatingBendingProcessNew"/>
    <dgm:cxn modelId="{33F8A63F-1DD7-4B72-BE9A-DAED1911A34B}" type="presOf" srcId="{1A41636B-7A2E-4E09-B0C6-37AC5A5D3FB0}" destId="{1E241A54-E3D8-4F0E-9FE8-19901F7C9DDE}" srcOrd="0" destOrd="0" presId="urn:microsoft.com/office/officeart/2016/7/layout/RepeatingBendingProcessNew"/>
    <dgm:cxn modelId="{1D3C425E-F1D7-4992-BAEE-B67A4A71892E}" type="presOf" srcId="{5B7B903B-EBC4-4368-A47E-A00FE6EFA31A}" destId="{9EB5A78F-E02E-413D-8CF2-94AA00CB5044}" srcOrd="0" destOrd="0" presId="urn:microsoft.com/office/officeart/2016/7/layout/RepeatingBendingProcessNew"/>
    <dgm:cxn modelId="{B1A6E968-D1A6-4943-9D85-1DE58FDE5DF2}" srcId="{D71E2CCB-040D-4EE0-BAF3-D261F629689F}" destId="{F94CCE6F-67D5-45F6-B464-E545C8F87224}" srcOrd="0" destOrd="0" parTransId="{145797FB-09D1-4409-BECD-86C3A573CA03}" sibTransId="{1A41636B-7A2E-4E09-B0C6-37AC5A5D3FB0}"/>
    <dgm:cxn modelId="{836FF24A-74EA-4931-81D5-753DE45D0FDD}" type="presOf" srcId="{5B7B903B-EBC4-4368-A47E-A00FE6EFA31A}" destId="{4B43828E-CF88-4F47-8FAD-97BBEDD341E1}" srcOrd="1" destOrd="0" presId="urn:microsoft.com/office/officeart/2016/7/layout/RepeatingBendingProcessNew"/>
    <dgm:cxn modelId="{D7898D92-09EA-4254-91EA-14F55BFB6736}" type="presOf" srcId="{C951C9DA-768B-46B5-A717-7C09A5E9E25F}" destId="{D2813940-5FEA-400F-971D-427886A6AE07}" srcOrd="1" destOrd="0" presId="urn:microsoft.com/office/officeart/2016/7/layout/RepeatingBendingProcessNew"/>
    <dgm:cxn modelId="{3F2B0BB6-017C-4A1B-8FD4-033CFB856DC7}" type="presOf" srcId="{A66971F7-D27A-4CD4-9B1F-F4AE13E08643}" destId="{A5B0CF78-6B50-4EC6-B341-72D433F11665}" srcOrd="0" destOrd="0" presId="urn:microsoft.com/office/officeart/2016/7/layout/RepeatingBendingProcessNew"/>
    <dgm:cxn modelId="{8ED3BABB-D5EC-4C81-B57C-7CAFAB4CD5EC}" type="presOf" srcId="{D71E2CCB-040D-4EE0-BAF3-D261F629689F}" destId="{4BE4AB4F-5A0C-4D7F-9F19-FE32FB75434D}" srcOrd="0" destOrd="0" presId="urn:microsoft.com/office/officeart/2016/7/layout/RepeatingBendingProcessNew"/>
    <dgm:cxn modelId="{E2A855C6-776D-4B38-A8BF-16300309DBB9}" type="presOf" srcId="{F94CCE6F-67D5-45F6-B464-E545C8F87224}" destId="{68FDA931-E061-406F-8612-FACE1489C802}" srcOrd="0" destOrd="0" presId="urn:microsoft.com/office/officeart/2016/7/layout/RepeatingBendingProcessNew"/>
    <dgm:cxn modelId="{E1E10AD4-A6D3-4CFB-B998-40F50E601B77}" type="presOf" srcId="{91D5EA8C-6FA1-4F34-BCC9-F41FC8198147}" destId="{C4A1509C-FFDA-47D1-B874-0906EC207EF0}" srcOrd="0" destOrd="0" presId="urn:microsoft.com/office/officeart/2016/7/layout/RepeatingBendingProcessNew"/>
    <dgm:cxn modelId="{CD2180D6-BF0F-4885-A7A9-A67211C0DAA6}" srcId="{D71E2CCB-040D-4EE0-BAF3-D261F629689F}" destId="{984B47BA-580C-438B-B82A-51B704CB6561}" srcOrd="2" destOrd="0" parTransId="{6F5119BB-FBB4-4BB4-8382-9A7A774BCC94}" sibTransId="{5B7B903B-EBC4-4368-A47E-A00FE6EFA31A}"/>
    <dgm:cxn modelId="{193569D9-10B3-47FD-9B0D-80544532C376}" type="presOf" srcId="{984B47BA-580C-438B-B82A-51B704CB6561}" destId="{FE2F24FA-68CE-4F97-B14E-4657C4A7636C}" srcOrd="0" destOrd="0" presId="urn:microsoft.com/office/officeart/2016/7/layout/RepeatingBendingProcessNew"/>
    <dgm:cxn modelId="{EB5A57E5-9538-488B-916C-F010014DD9B4}" type="presOf" srcId="{C951C9DA-768B-46B5-A717-7C09A5E9E25F}" destId="{F9DF6455-C302-41A8-AA1C-73713FA3C782}" srcOrd="0" destOrd="0" presId="urn:microsoft.com/office/officeart/2016/7/layout/RepeatingBendingProcessNew"/>
    <dgm:cxn modelId="{7F308AE6-1E0B-4D24-A232-E3CB561204D2}" type="presOf" srcId="{BF7BAE26-FF33-465A-96A2-C0AF3F2E0FC4}" destId="{E0772366-020A-4844-8BE7-7B5117D26EEF}" srcOrd="0" destOrd="0" presId="urn:microsoft.com/office/officeart/2016/7/layout/RepeatingBendingProcessNew"/>
    <dgm:cxn modelId="{244F1B3B-EBBF-48FA-9089-F7EFAD5C61F7}" type="presParOf" srcId="{4BE4AB4F-5A0C-4D7F-9F19-FE32FB75434D}" destId="{68FDA931-E061-406F-8612-FACE1489C802}" srcOrd="0" destOrd="0" presId="urn:microsoft.com/office/officeart/2016/7/layout/RepeatingBendingProcessNew"/>
    <dgm:cxn modelId="{C0DEC5E2-1DFC-4E0F-A743-F9D167572C67}" type="presParOf" srcId="{4BE4AB4F-5A0C-4D7F-9F19-FE32FB75434D}" destId="{1E241A54-E3D8-4F0E-9FE8-19901F7C9DDE}" srcOrd="1" destOrd="0" presId="urn:microsoft.com/office/officeart/2016/7/layout/RepeatingBendingProcessNew"/>
    <dgm:cxn modelId="{23CF6D1E-F344-4AE7-8B6C-70C20D99D381}" type="presParOf" srcId="{1E241A54-E3D8-4F0E-9FE8-19901F7C9DDE}" destId="{DC489C4A-3971-4BA7-A9A9-4401CD46039A}" srcOrd="0" destOrd="0" presId="urn:microsoft.com/office/officeart/2016/7/layout/RepeatingBendingProcessNew"/>
    <dgm:cxn modelId="{9071FBEC-FBD3-44BC-8B88-2D9E7F01CEBA}" type="presParOf" srcId="{4BE4AB4F-5A0C-4D7F-9F19-FE32FB75434D}" destId="{E0772366-020A-4844-8BE7-7B5117D26EEF}" srcOrd="2" destOrd="0" presId="urn:microsoft.com/office/officeart/2016/7/layout/RepeatingBendingProcessNew"/>
    <dgm:cxn modelId="{20CD5944-89C6-4616-9F1E-FE139602E13E}" type="presParOf" srcId="{4BE4AB4F-5A0C-4D7F-9F19-FE32FB75434D}" destId="{F9DF6455-C302-41A8-AA1C-73713FA3C782}" srcOrd="3" destOrd="0" presId="urn:microsoft.com/office/officeart/2016/7/layout/RepeatingBendingProcessNew"/>
    <dgm:cxn modelId="{113F2B95-4602-4655-A97B-880534CB0538}" type="presParOf" srcId="{F9DF6455-C302-41A8-AA1C-73713FA3C782}" destId="{D2813940-5FEA-400F-971D-427886A6AE07}" srcOrd="0" destOrd="0" presId="urn:microsoft.com/office/officeart/2016/7/layout/RepeatingBendingProcessNew"/>
    <dgm:cxn modelId="{F3B4EDFC-2501-4FE9-A446-5072DF7D949E}" type="presParOf" srcId="{4BE4AB4F-5A0C-4D7F-9F19-FE32FB75434D}" destId="{FE2F24FA-68CE-4F97-B14E-4657C4A7636C}" srcOrd="4" destOrd="0" presId="urn:microsoft.com/office/officeart/2016/7/layout/RepeatingBendingProcessNew"/>
    <dgm:cxn modelId="{F68643FE-F9F1-48B9-8F2D-9B09AF7D51A3}" type="presParOf" srcId="{4BE4AB4F-5A0C-4D7F-9F19-FE32FB75434D}" destId="{9EB5A78F-E02E-413D-8CF2-94AA00CB5044}" srcOrd="5" destOrd="0" presId="urn:microsoft.com/office/officeart/2016/7/layout/RepeatingBendingProcessNew"/>
    <dgm:cxn modelId="{15D1F5C3-654D-4317-AC05-D078D5D382E8}" type="presParOf" srcId="{9EB5A78F-E02E-413D-8CF2-94AA00CB5044}" destId="{4B43828E-CF88-4F47-8FAD-97BBEDD341E1}" srcOrd="0" destOrd="0" presId="urn:microsoft.com/office/officeart/2016/7/layout/RepeatingBendingProcessNew"/>
    <dgm:cxn modelId="{4F008095-2939-4E8C-BF08-DE8577C81602}" type="presParOf" srcId="{4BE4AB4F-5A0C-4D7F-9F19-FE32FB75434D}" destId="{3962051A-4899-4D3E-A10E-5B55ABD97906}" srcOrd="6" destOrd="0" presId="urn:microsoft.com/office/officeart/2016/7/layout/RepeatingBendingProcessNew"/>
    <dgm:cxn modelId="{ED5CBC54-D80E-4BDC-82F2-AC647B428C78}" type="presParOf" srcId="{4BE4AB4F-5A0C-4D7F-9F19-FE32FB75434D}" destId="{C4A1509C-FFDA-47D1-B874-0906EC207EF0}" srcOrd="7" destOrd="0" presId="urn:microsoft.com/office/officeart/2016/7/layout/RepeatingBendingProcessNew"/>
    <dgm:cxn modelId="{BC44E532-6D3A-4766-B8A2-BBAC0744C849}" type="presParOf" srcId="{C4A1509C-FFDA-47D1-B874-0906EC207EF0}" destId="{8505FBAB-BB5D-463C-AEB3-94661D9BA0C7}" srcOrd="0" destOrd="0" presId="urn:microsoft.com/office/officeart/2016/7/layout/RepeatingBendingProcessNew"/>
    <dgm:cxn modelId="{0099DECE-DAE2-4A37-BDB7-1C4C709141B3}" type="presParOf" srcId="{4BE4AB4F-5A0C-4D7F-9F19-FE32FB75434D}" destId="{A5B0CF78-6B50-4EC6-B341-72D433F11665}" srcOrd="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7ED562-A5FD-43A9-A3B6-D5E6672E79AC}" type="doc">
      <dgm:prSet loTypeId="urn:microsoft.com/office/officeart/2005/8/layout/list1" loCatId="list" qsTypeId="urn:microsoft.com/office/officeart/2005/8/quickstyle/simple2" qsCatId="simple" csTypeId="urn:microsoft.com/office/officeart/2005/8/colors/accent2_2" csCatId="accent2"/>
      <dgm:spPr/>
      <dgm:t>
        <a:bodyPr/>
        <a:lstStyle/>
        <a:p>
          <a:endParaRPr lang="en-US"/>
        </a:p>
      </dgm:t>
    </dgm:pt>
    <dgm:pt modelId="{15035619-EE06-4163-B7AF-07933CB0A375}">
      <dgm:prSet/>
      <dgm:spPr/>
      <dgm:t>
        <a:bodyPr/>
        <a:lstStyle/>
        <a:p>
          <a:r>
            <a:rPr lang="en-US" b="0" i="0" baseline="0"/>
            <a:t>Quiz Challenge 1 showed that prompt design improves image generation quality and control </a:t>
          </a:r>
          <a:endParaRPr lang="en-US"/>
        </a:p>
      </dgm:t>
    </dgm:pt>
    <dgm:pt modelId="{C365D8C8-D90C-4DD6-9E96-7E5DBCB044A4}" type="parTrans" cxnId="{2D258502-02E5-4F06-80B3-DE65ADD1D5B3}">
      <dgm:prSet/>
      <dgm:spPr/>
      <dgm:t>
        <a:bodyPr/>
        <a:lstStyle/>
        <a:p>
          <a:endParaRPr lang="en-US"/>
        </a:p>
      </dgm:t>
    </dgm:pt>
    <dgm:pt modelId="{516F702F-EF9D-4998-9647-225D3258ABA2}" type="sibTrans" cxnId="{2D258502-02E5-4F06-80B3-DE65ADD1D5B3}">
      <dgm:prSet/>
      <dgm:spPr/>
      <dgm:t>
        <a:bodyPr/>
        <a:lstStyle/>
        <a:p>
          <a:endParaRPr lang="en-US"/>
        </a:p>
      </dgm:t>
    </dgm:pt>
    <dgm:pt modelId="{EBDFF374-4375-4609-8A1B-A2E6C90F18CF}">
      <dgm:prSet/>
      <dgm:spPr/>
      <dgm:t>
        <a:bodyPr/>
        <a:lstStyle/>
        <a:p>
          <a:r>
            <a:rPr lang="en-US" b="0" i="0" baseline="0"/>
            <a:t>Quiz Challenge 2 showed that speech models can create useful structured outputs from audio </a:t>
          </a:r>
          <a:endParaRPr lang="en-US"/>
        </a:p>
      </dgm:t>
    </dgm:pt>
    <dgm:pt modelId="{A6561AEB-6670-4A76-A74A-11152DFF97CF}" type="parTrans" cxnId="{1C59BEF0-DF0D-4381-B7CC-524A4BC896A7}">
      <dgm:prSet/>
      <dgm:spPr/>
      <dgm:t>
        <a:bodyPr/>
        <a:lstStyle/>
        <a:p>
          <a:endParaRPr lang="en-US"/>
        </a:p>
      </dgm:t>
    </dgm:pt>
    <dgm:pt modelId="{F0D98A8E-9B26-4E4F-9CB4-2D085806BE04}" type="sibTrans" cxnId="{1C59BEF0-DF0D-4381-B7CC-524A4BC896A7}">
      <dgm:prSet/>
      <dgm:spPr/>
      <dgm:t>
        <a:bodyPr/>
        <a:lstStyle/>
        <a:p>
          <a:endParaRPr lang="en-US"/>
        </a:p>
      </dgm:t>
    </dgm:pt>
    <dgm:pt modelId="{8A0F9A3F-A4E2-438A-B8C9-365859551A50}">
      <dgm:prSet/>
      <dgm:spPr/>
      <dgm:t>
        <a:bodyPr/>
        <a:lstStyle/>
        <a:p>
          <a:r>
            <a:rPr lang="en-US" b="0" i="0" baseline="0"/>
            <a:t>Both projects showed the importance of input design, evaluation, and limitations </a:t>
          </a:r>
          <a:endParaRPr lang="en-US"/>
        </a:p>
      </dgm:t>
    </dgm:pt>
    <dgm:pt modelId="{ACF8ECF8-57FB-447E-9456-E8618B867EEF}" type="parTrans" cxnId="{4F720714-6317-4035-8CE7-8AAA84321984}">
      <dgm:prSet/>
      <dgm:spPr/>
      <dgm:t>
        <a:bodyPr/>
        <a:lstStyle/>
        <a:p>
          <a:endParaRPr lang="en-US"/>
        </a:p>
      </dgm:t>
    </dgm:pt>
    <dgm:pt modelId="{FF12AA33-6C7D-4C3F-8C76-EE6CABAA4734}" type="sibTrans" cxnId="{4F720714-6317-4035-8CE7-8AAA84321984}">
      <dgm:prSet/>
      <dgm:spPr/>
      <dgm:t>
        <a:bodyPr/>
        <a:lstStyle/>
        <a:p>
          <a:endParaRPr lang="en-US"/>
        </a:p>
      </dgm:t>
    </dgm:pt>
    <dgm:pt modelId="{EA78B8B9-749D-4EAB-BEFC-DD73A10FC4C0}">
      <dgm:prSet/>
      <dgm:spPr/>
      <dgm:t>
        <a:bodyPr/>
        <a:lstStyle/>
        <a:p>
          <a:r>
            <a:rPr lang="en-US" b="0" i="0" baseline="0"/>
            <a:t>Future work: </a:t>
          </a:r>
          <a:endParaRPr lang="en-US"/>
        </a:p>
      </dgm:t>
    </dgm:pt>
    <dgm:pt modelId="{98950FD8-6E07-489F-816D-076D4B35B935}" type="parTrans" cxnId="{AADE40E3-CB13-4799-95CD-EE89EF3708B6}">
      <dgm:prSet/>
      <dgm:spPr/>
      <dgm:t>
        <a:bodyPr/>
        <a:lstStyle/>
        <a:p>
          <a:endParaRPr lang="en-US"/>
        </a:p>
      </dgm:t>
    </dgm:pt>
    <dgm:pt modelId="{D671A730-C6E5-434E-9129-8E4C71CB4396}" type="sibTrans" cxnId="{AADE40E3-CB13-4799-95CD-EE89EF3708B6}">
      <dgm:prSet/>
      <dgm:spPr/>
      <dgm:t>
        <a:bodyPr/>
        <a:lstStyle/>
        <a:p>
          <a:endParaRPr lang="en-US"/>
        </a:p>
      </dgm:t>
    </dgm:pt>
    <dgm:pt modelId="{B1B6AE57-5180-45DD-AA3B-B8599A059A97}">
      <dgm:prSet/>
      <dgm:spPr/>
      <dgm:t>
        <a:bodyPr/>
        <a:lstStyle/>
        <a:p>
          <a:r>
            <a:rPr lang="en-US" b="0" i="0" baseline="0"/>
            <a:t>stronger control methods for image generation </a:t>
          </a:r>
          <a:endParaRPr lang="en-US"/>
        </a:p>
      </dgm:t>
    </dgm:pt>
    <dgm:pt modelId="{6CB17CB5-4C4C-4F44-A550-C45F21EF532F}" type="parTrans" cxnId="{1B248A54-04CB-40F4-82BE-51C7BF6FED46}">
      <dgm:prSet/>
      <dgm:spPr/>
      <dgm:t>
        <a:bodyPr/>
        <a:lstStyle/>
        <a:p>
          <a:endParaRPr lang="en-US"/>
        </a:p>
      </dgm:t>
    </dgm:pt>
    <dgm:pt modelId="{C7200B5E-5346-4B41-8FD9-464ED00C0AA9}" type="sibTrans" cxnId="{1B248A54-04CB-40F4-82BE-51C7BF6FED46}">
      <dgm:prSet/>
      <dgm:spPr/>
      <dgm:t>
        <a:bodyPr/>
        <a:lstStyle/>
        <a:p>
          <a:endParaRPr lang="en-US"/>
        </a:p>
      </dgm:t>
    </dgm:pt>
    <dgm:pt modelId="{3401E94A-7EB0-474A-8570-C61CB6E057E1}">
      <dgm:prSet/>
      <dgm:spPr/>
      <dgm:t>
        <a:bodyPr/>
        <a:lstStyle/>
        <a:p>
          <a:r>
            <a:rPr lang="en-US" b="0" i="0" baseline="0"/>
            <a:t>better summarization and action item extraction for speech </a:t>
          </a:r>
          <a:endParaRPr lang="en-US"/>
        </a:p>
      </dgm:t>
    </dgm:pt>
    <dgm:pt modelId="{C44B4B87-1157-4A57-84B9-F1BF2EDEE12E}" type="parTrans" cxnId="{586C862A-C577-4CD4-8F59-BE56A5B75667}">
      <dgm:prSet/>
      <dgm:spPr/>
      <dgm:t>
        <a:bodyPr/>
        <a:lstStyle/>
        <a:p>
          <a:endParaRPr lang="en-US"/>
        </a:p>
      </dgm:t>
    </dgm:pt>
    <dgm:pt modelId="{97E2CE3C-4400-434F-8A5D-827712907FA0}" type="sibTrans" cxnId="{586C862A-C577-4CD4-8F59-BE56A5B75667}">
      <dgm:prSet/>
      <dgm:spPr/>
      <dgm:t>
        <a:bodyPr/>
        <a:lstStyle/>
        <a:p>
          <a:endParaRPr lang="en-US"/>
        </a:p>
      </dgm:t>
    </dgm:pt>
    <dgm:pt modelId="{E782F7F4-8ECE-4229-A614-D5C673489165}">
      <dgm:prSet/>
      <dgm:spPr/>
      <dgm:t>
        <a:bodyPr/>
        <a:lstStyle/>
        <a:p>
          <a:r>
            <a:rPr lang="en-US" b="0" i="0" baseline="0"/>
            <a:t>larger and more realistic datasets</a:t>
          </a:r>
          <a:endParaRPr lang="en-US"/>
        </a:p>
      </dgm:t>
    </dgm:pt>
    <dgm:pt modelId="{D08921B1-1C64-43CA-BCC2-09D0C35D05CA}" type="parTrans" cxnId="{6DCB5603-301A-4652-99A9-EB46C4410DC6}">
      <dgm:prSet/>
      <dgm:spPr/>
      <dgm:t>
        <a:bodyPr/>
        <a:lstStyle/>
        <a:p>
          <a:endParaRPr lang="en-US"/>
        </a:p>
      </dgm:t>
    </dgm:pt>
    <dgm:pt modelId="{AB5CD76F-7258-43EC-A1B3-F8F30A14FEAF}" type="sibTrans" cxnId="{6DCB5603-301A-4652-99A9-EB46C4410DC6}">
      <dgm:prSet/>
      <dgm:spPr/>
      <dgm:t>
        <a:bodyPr/>
        <a:lstStyle/>
        <a:p>
          <a:endParaRPr lang="en-US"/>
        </a:p>
      </dgm:t>
    </dgm:pt>
    <dgm:pt modelId="{F08CB33C-09E0-44AC-90A0-D9D163C1A778}" type="pres">
      <dgm:prSet presAssocID="{127ED562-A5FD-43A9-A3B6-D5E6672E79AC}" presName="linear" presStyleCnt="0">
        <dgm:presLayoutVars>
          <dgm:dir/>
          <dgm:animLvl val="lvl"/>
          <dgm:resizeHandles val="exact"/>
        </dgm:presLayoutVars>
      </dgm:prSet>
      <dgm:spPr/>
    </dgm:pt>
    <dgm:pt modelId="{134AE3B2-ED47-4B01-9879-A96DD8B0DBD1}" type="pres">
      <dgm:prSet presAssocID="{15035619-EE06-4163-B7AF-07933CB0A375}" presName="parentLin" presStyleCnt="0"/>
      <dgm:spPr/>
    </dgm:pt>
    <dgm:pt modelId="{FACA8795-5571-46E1-9357-B2305C152395}" type="pres">
      <dgm:prSet presAssocID="{15035619-EE06-4163-B7AF-07933CB0A375}" presName="parentLeftMargin" presStyleLbl="node1" presStyleIdx="0" presStyleCnt="4"/>
      <dgm:spPr/>
    </dgm:pt>
    <dgm:pt modelId="{43DF9E61-2D32-4A1C-ABFA-5AFB7E8986AE}" type="pres">
      <dgm:prSet presAssocID="{15035619-EE06-4163-B7AF-07933CB0A375}" presName="parentText" presStyleLbl="node1" presStyleIdx="0" presStyleCnt="4">
        <dgm:presLayoutVars>
          <dgm:chMax val="0"/>
          <dgm:bulletEnabled val="1"/>
        </dgm:presLayoutVars>
      </dgm:prSet>
      <dgm:spPr/>
    </dgm:pt>
    <dgm:pt modelId="{04B4C164-E351-46BE-BE46-BFE91047EB24}" type="pres">
      <dgm:prSet presAssocID="{15035619-EE06-4163-B7AF-07933CB0A375}" presName="negativeSpace" presStyleCnt="0"/>
      <dgm:spPr/>
    </dgm:pt>
    <dgm:pt modelId="{B1408CF3-C2D2-4762-B143-9EFBFDDE66F1}" type="pres">
      <dgm:prSet presAssocID="{15035619-EE06-4163-B7AF-07933CB0A375}" presName="childText" presStyleLbl="conFgAcc1" presStyleIdx="0" presStyleCnt="4">
        <dgm:presLayoutVars>
          <dgm:bulletEnabled val="1"/>
        </dgm:presLayoutVars>
      </dgm:prSet>
      <dgm:spPr/>
    </dgm:pt>
    <dgm:pt modelId="{B87E8153-94CF-4FA2-8A11-2BE4F943DB7A}" type="pres">
      <dgm:prSet presAssocID="{516F702F-EF9D-4998-9647-225D3258ABA2}" presName="spaceBetweenRectangles" presStyleCnt="0"/>
      <dgm:spPr/>
    </dgm:pt>
    <dgm:pt modelId="{26DE058D-3691-4BB4-B41B-48CA671ACF7A}" type="pres">
      <dgm:prSet presAssocID="{EBDFF374-4375-4609-8A1B-A2E6C90F18CF}" presName="parentLin" presStyleCnt="0"/>
      <dgm:spPr/>
    </dgm:pt>
    <dgm:pt modelId="{7422D807-C9C3-49FA-B1E0-BA2ED0F57EDD}" type="pres">
      <dgm:prSet presAssocID="{EBDFF374-4375-4609-8A1B-A2E6C90F18CF}" presName="parentLeftMargin" presStyleLbl="node1" presStyleIdx="0" presStyleCnt="4"/>
      <dgm:spPr/>
    </dgm:pt>
    <dgm:pt modelId="{48B2BC88-1ADB-4AAD-86AB-F74AB89FF45D}" type="pres">
      <dgm:prSet presAssocID="{EBDFF374-4375-4609-8A1B-A2E6C90F18CF}" presName="parentText" presStyleLbl="node1" presStyleIdx="1" presStyleCnt="4">
        <dgm:presLayoutVars>
          <dgm:chMax val="0"/>
          <dgm:bulletEnabled val="1"/>
        </dgm:presLayoutVars>
      </dgm:prSet>
      <dgm:spPr/>
    </dgm:pt>
    <dgm:pt modelId="{F527A17E-5D09-458C-AC8B-D65F5350C8F4}" type="pres">
      <dgm:prSet presAssocID="{EBDFF374-4375-4609-8A1B-A2E6C90F18CF}" presName="negativeSpace" presStyleCnt="0"/>
      <dgm:spPr/>
    </dgm:pt>
    <dgm:pt modelId="{B6168ECC-FEEF-4C04-9F36-DB40A27558DD}" type="pres">
      <dgm:prSet presAssocID="{EBDFF374-4375-4609-8A1B-A2E6C90F18CF}" presName="childText" presStyleLbl="conFgAcc1" presStyleIdx="1" presStyleCnt="4">
        <dgm:presLayoutVars>
          <dgm:bulletEnabled val="1"/>
        </dgm:presLayoutVars>
      </dgm:prSet>
      <dgm:spPr/>
    </dgm:pt>
    <dgm:pt modelId="{CB017BDA-39F1-46B0-A8D9-0968FDAB8E70}" type="pres">
      <dgm:prSet presAssocID="{F0D98A8E-9B26-4E4F-9CB4-2D085806BE04}" presName="spaceBetweenRectangles" presStyleCnt="0"/>
      <dgm:spPr/>
    </dgm:pt>
    <dgm:pt modelId="{98B4464B-1FCB-48C2-8CE0-074577F5DB0E}" type="pres">
      <dgm:prSet presAssocID="{8A0F9A3F-A4E2-438A-B8C9-365859551A50}" presName="parentLin" presStyleCnt="0"/>
      <dgm:spPr/>
    </dgm:pt>
    <dgm:pt modelId="{94B4DE5C-B832-4EC0-8895-ED4DEDDA8848}" type="pres">
      <dgm:prSet presAssocID="{8A0F9A3F-A4E2-438A-B8C9-365859551A50}" presName="parentLeftMargin" presStyleLbl="node1" presStyleIdx="1" presStyleCnt="4"/>
      <dgm:spPr/>
    </dgm:pt>
    <dgm:pt modelId="{1628ED42-21B9-4B1A-A3F0-154E3CA49A74}" type="pres">
      <dgm:prSet presAssocID="{8A0F9A3F-A4E2-438A-B8C9-365859551A50}" presName="parentText" presStyleLbl="node1" presStyleIdx="2" presStyleCnt="4">
        <dgm:presLayoutVars>
          <dgm:chMax val="0"/>
          <dgm:bulletEnabled val="1"/>
        </dgm:presLayoutVars>
      </dgm:prSet>
      <dgm:spPr/>
    </dgm:pt>
    <dgm:pt modelId="{2BE0DE6B-2414-48A3-A0FF-75F5D5722304}" type="pres">
      <dgm:prSet presAssocID="{8A0F9A3F-A4E2-438A-B8C9-365859551A50}" presName="negativeSpace" presStyleCnt="0"/>
      <dgm:spPr/>
    </dgm:pt>
    <dgm:pt modelId="{88E13E66-052D-469F-885C-FB707755404C}" type="pres">
      <dgm:prSet presAssocID="{8A0F9A3F-A4E2-438A-B8C9-365859551A50}" presName="childText" presStyleLbl="conFgAcc1" presStyleIdx="2" presStyleCnt="4">
        <dgm:presLayoutVars>
          <dgm:bulletEnabled val="1"/>
        </dgm:presLayoutVars>
      </dgm:prSet>
      <dgm:spPr/>
    </dgm:pt>
    <dgm:pt modelId="{33C4DE95-EFAD-4B58-89F2-02DBE1A06EDE}" type="pres">
      <dgm:prSet presAssocID="{FF12AA33-6C7D-4C3F-8C76-EE6CABAA4734}" presName="spaceBetweenRectangles" presStyleCnt="0"/>
      <dgm:spPr/>
    </dgm:pt>
    <dgm:pt modelId="{5075C2F9-F9B1-4D10-A211-C877CFA78AE8}" type="pres">
      <dgm:prSet presAssocID="{EA78B8B9-749D-4EAB-BEFC-DD73A10FC4C0}" presName="parentLin" presStyleCnt="0"/>
      <dgm:spPr/>
    </dgm:pt>
    <dgm:pt modelId="{1100CCFB-3ED4-4D64-B2AF-15C836B0E416}" type="pres">
      <dgm:prSet presAssocID="{EA78B8B9-749D-4EAB-BEFC-DD73A10FC4C0}" presName="parentLeftMargin" presStyleLbl="node1" presStyleIdx="2" presStyleCnt="4"/>
      <dgm:spPr/>
    </dgm:pt>
    <dgm:pt modelId="{8AE84DC3-3E62-4A3B-BD27-0A3C8A158C9F}" type="pres">
      <dgm:prSet presAssocID="{EA78B8B9-749D-4EAB-BEFC-DD73A10FC4C0}" presName="parentText" presStyleLbl="node1" presStyleIdx="3" presStyleCnt="4">
        <dgm:presLayoutVars>
          <dgm:chMax val="0"/>
          <dgm:bulletEnabled val="1"/>
        </dgm:presLayoutVars>
      </dgm:prSet>
      <dgm:spPr/>
    </dgm:pt>
    <dgm:pt modelId="{4A75390C-5933-4413-8BF0-A78E4C7E62CF}" type="pres">
      <dgm:prSet presAssocID="{EA78B8B9-749D-4EAB-BEFC-DD73A10FC4C0}" presName="negativeSpace" presStyleCnt="0"/>
      <dgm:spPr/>
    </dgm:pt>
    <dgm:pt modelId="{A2B30E16-F112-447F-99A5-F120353A757E}" type="pres">
      <dgm:prSet presAssocID="{EA78B8B9-749D-4EAB-BEFC-DD73A10FC4C0}" presName="childText" presStyleLbl="conFgAcc1" presStyleIdx="3" presStyleCnt="4">
        <dgm:presLayoutVars>
          <dgm:bulletEnabled val="1"/>
        </dgm:presLayoutVars>
      </dgm:prSet>
      <dgm:spPr/>
    </dgm:pt>
  </dgm:ptLst>
  <dgm:cxnLst>
    <dgm:cxn modelId="{2D258502-02E5-4F06-80B3-DE65ADD1D5B3}" srcId="{127ED562-A5FD-43A9-A3B6-D5E6672E79AC}" destId="{15035619-EE06-4163-B7AF-07933CB0A375}" srcOrd="0" destOrd="0" parTransId="{C365D8C8-D90C-4DD6-9E96-7E5DBCB044A4}" sibTransId="{516F702F-EF9D-4998-9647-225D3258ABA2}"/>
    <dgm:cxn modelId="{6DCB5603-301A-4652-99A9-EB46C4410DC6}" srcId="{EA78B8B9-749D-4EAB-BEFC-DD73A10FC4C0}" destId="{E782F7F4-8ECE-4229-A614-D5C673489165}" srcOrd="2" destOrd="0" parTransId="{D08921B1-1C64-43CA-BCC2-09D0C35D05CA}" sibTransId="{AB5CD76F-7258-43EC-A1B3-F8F30A14FEAF}"/>
    <dgm:cxn modelId="{7AB6AA0D-BD4A-4248-9B1F-EDF382E3EA26}" type="presOf" srcId="{15035619-EE06-4163-B7AF-07933CB0A375}" destId="{FACA8795-5571-46E1-9357-B2305C152395}" srcOrd="0" destOrd="0" presId="urn:microsoft.com/office/officeart/2005/8/layout/list1"/>
    <dgm:cxn modelId="{4F720714-6317-4035-8CE7-8AAA84321984}" srcId="{127ED562-A5FD-43A9-A3B6-D5E6672E79AC}" destId="{8A0F9A3F-A4E2-438A-B8C9-365859551A50}" srcOrd="2" destOrd="0" parTransId="{ACF8ECF8-57FB-447E-9456-E8618B867EEF}" sibTransId="{FF12AA33-6C7D-4C3F-8C76-EE6CABAA4734}"/>
    <dgm:cxn modelId="{861D4120-0BCD-4FFF-81A3-E75AE9EF5A24}" type="presOf" srcId="{8A0F9A3F-A4E2-438A-B8C9-365859551A50}" destId="{94B4DE5C-B832-4EC0-8895-ED4DEDDA8848}" srcOrd="0" destOrd="0" presId="urn:microsoft.com/office/officeart/2005/8/layout/list1"/>
    <dgm:cxn modelId="{586C862A-C577-4CD4-8F59-BE56A5B75667}" srcId="{EA78B8B9-749D-4EAB-BEFC-DD73A10FC4C0}" destId="{3401E94A-7EB0-474A-8570-C61CB6E057E1}" srcOrd="1" destOrd="0" parTransId="{C44B4B87-1157-4A57-84B9-F1BF2EDEE12E}" sibTransId="{97E2CE3C-4400-434F-8A5D-827712907FA0}"/>
    <dgm:cxn modelId="{097F5630-C181-4CBC-B49A-57AD97D75361}" type="presOf" srcId="{3401E94A-7EB0-474A-8570-C61CB6E057E1}" destId="{A2B30E16-F112-447F-99A5-F120353A757E}" srcOrd="0" destOrd="1" presId="urn:microsoft.com/office/officeart/2005/8/layout/list1"/>
    <dgm:cxn modelId="{33667934-F4E1-4A51-8060-576AED4A4D34}" type="presOf" srcId="{EBDFF374-4375-4609-8A1B-A2E6C90F18CF}" destId="{7422D807-C9C3-49FA-B1E0-BA2ED0F57EDD}" srcOrd="0" destOrd="0" presId="urn:microsoft.com/office/officeart/2005/8/layout/list1"/>
    <dgm:cxn modelId="{423A5742-236F-47D4-A1FF-E5D0F4365978}" type="presOf" srcId="{EA78B8B9-749D-4EAB-BEFC-DD73A10FC4C0}" destId="{8AE84DC3-3E62-4A3B-BD27-0A3C8A158C9F}" srcOrd="1" destOrd="0" presId="urn:microsoft.com/office/officeart/2005/8/layout/list1"/>
    <dgm:cxn modelId="{232DCF6C-BD6E-4AD5-A96F-A71262C632AF}" type="presOf" srcId="{EA78B8B9-749D-4EAB-BEFC-DD73A10FC4C0}" destId="{1100CCFB-3ED4-4D64-B2AF-15C836B0E416}" srcOrd="0" destOrd="0" presId="urn:microsoft.com/office/officeart/2005/8/layout/list1"/>
    <dgm:cxn modelId="{1B248A54-04CB-40F4-82BE-51C7BF6FED46}" srcId="{EA78B8B9-749D-4EAB-BEFC-DD73A10FC4C0}" destId="{B1B6AE57-5180-45DD-AA3B-B8599A059A97}" srcOrd="0" destOrd="0" parTransId="{6CB17CB5-4C4C-4F44-A550-C45F21EF532F}" sibTransId="{C7200B5E-5346-4B41-8FD9-464ED00C0AA9}"/>
    <dgm:cxn modelId="{C9E25690-EF9C-45B0-9B7F-F6A634A3F4DF}" type="presOf" srcId="{B1B6AE57-5180-45DD-AA3B-B8599A059A97}" destId="{A2B30E16-F112-447F-99A5-F120353A757E}" srcOrd="0" destOrd="0" presId="urn:microsoft.com/office/officeart/2005/8/layout/list1"/>
    <dgm:cxn modelId="{C5D7D297-1502-4244-9125-6191E25DC7C6}" type="presOf" srcId="{15035619-EE06-4163-B7AF-07933CB0A375}" destId="{43DF9E61-2D32-4A1C-ABFA-5AFB7E8986AE}" srcOrd="1" destOrd="0" presId="urn:microsoft.com/office/officeart/2005/8/layout/list1"/>
    <dgm:cxn modelId="{290816C8-9AA4-4A54-B2D3-82AE089A7B55}" type="presOf" srcId="{8A0F9A3F-A4E2-438A-B8C9-365859551A50}" destId="{1628ED42-21B9-4B1A-A3F0-154E3CA49A74}" srcOrd="1" destOrd="0" presId="urn:microsoft.com/office/officeart/2005/8/layout/list1"/>
    <dgm:cxn modelId="{AADE40E3-CB13-4799-95CD-EE89EF3708B6}" srcId="{127ED562-A5FD-43A9-A3B6-D5E6672E79AC}" destId="{EA78B8B9-749D-4EAB-BEFC-DD73A10FC4C0}" srcOrd="3" destOrd="0" parTransId="{98950FD8-6E07-489F-816D-076D4B35B935}" sibTransId="{D671A730-C6E5-434E-9129-8E4C71CB4396}"/>
    <dgm:cxn modelId="{2042B5E3-A243-4C25-98A5-E2B7D59C53F1}" type="presOf" srcId="{EBDFF374-4375-4609-8A1B-A2E6C90F18CF}" destId="{48B2BC88-1ADB-4AAD-86AB-F74AB89FF45D}" srcOrd="1" destOrd="0" presId="urn:microsoft.com/office/officeart/2005/8/layout/list1"/>
    <dgm:cxn modelId="{4AC608EA-AF25-478F-BD64-90532E7AA0C2}" type="presOf" srcId="{E782F7F4-8ECE-4229-A614-D5C673489165}" destId="{A2B30E16-F112-447F-99A5-F120353A757E}" srcOrd="0" destOrd="2" presId="urn:microsoft.com/office/officeart/2005/8/layout/list1"/>
    <dgm:cxn modelId="{1C59BEF0-DF0D-4381-B7CC-524A4BC896A7}" srcId="{127ED562-A5FD-43A9-A3B6-D5E6672E79AC}" destId="{EBDFF374-4375-4609-8A1B-A2E6C90F18CF}" srcOrd="1" destOrd="0" parTransId="{A6561AEB-6670-4A76-A74A-11152DFF97CF}" sibTransId="{F0D98A8E-9B26-4E4F-9CB4-2D085806BE04}"/>
    <dgm:cxn modelId="{DB2488F4-FBFB-4255-957A-F330E5C780B3}" type="presOf" srcId="{127ED562-A5FD-43A9-A3B6-D5E6672E79AC}" destId="{F08CB33C-09E0-44AC-90A0-D9D163C1A778}" srcOrd="0" destOrd="0" presId="urn:microsoft.com/office/officeart/2005/8/layout/list1"/>
    <dgm:cxn modelId="{4ECDD889-687D-4B88-A185-B3907A0FDFD0}" type="presParOf" srcId="{F08CB33C-09E0-44AC-90A0-D9D163C1A778}" destId="{134AE3B2-ED47-4B01-9879-A96DD8B0DBD1}" srcOrd="0" destOrd="0" presId="urn:microsoft.com/office/officeart/2005/8/layout/list1"/>
    <dgm:cxn modelId="{38B85A5D-A8C4-498F-B818-8607D8AAE3E9}" type="presParOf" srcId="{134AE3B2-ED47-4B01-9879-A96DD8B0DBD1}" destId="{FACA8795-5571-46E1-9357-B2305C152395}" srcOrd="0" destOrd="0" presId="urn:microsoft.com/office/officeart/2005/8/layout/list1"/>
    <dgm:cxn modelId="{C9A20C59-5B0E-4760-AF99-45A748413C36}" type="presParOf" srcId="{134AE3B2-ED47-4B01-9879-A96DD8B0DBD1}" destId="{43DF9E61-2D32-4A1C-ABFA-5AFB7E8986AE}" srcOrd="1" destOrd="0" presId="urn:microsoft.com/office/officeart/2005/8/layout/list1"/>
    <dgm:cxn modelId="{A038C41B-7A33-447C-B524-53E89B16593D}" type="presParOf" srcId="{F08CB33C-09E0-44AC-90A0-D9D163C1A778}" destId="{04B4C164-E351-46BE-BE46-BFE91047EB24}" srcOrd="1" destOrd="0" presId="urn:microsoft.com/office/officeart/2005/8/layout/list1"/>
    <dgm:cxn modelId="{DCA33D58-8848-42E2-881C-5E3D586A9B01}" type="presParOf" srcId="{F08CB33C-09E0-44AC-90A0-D9D163C1A778}" destId="{B1408CF3-C2D2-4762-B143-9EFBFDDE66F1}" srcOrd="2" destOrd="0" presId="urn:microsoft.com/office/officeart/2005/8/layout/list1"/>
    <dgm:cxn modelId="{CE91DDF1-231B-4ABF-B61F-D95DD104000F}" type="presParOf" srcId="{F08CB33C-09E0-44AC-90A0-D9D163C1A778}" destId="{B87E8153-94CF-4FA2-8A11-2BE4F943DB7A}" srcOrd="3" destOrd="0" presId="urn:microsoft.com/office/officeart/2005/8/layout/list1"/>
    <dgm:cxn modelId="{B8DB8E27-DBF5-4E5E-B411-FAC0A0AA1140}" type="presParOf" srcId="{F08CB33C-09E0-44AC-90A0-D9D163C1A778}" destId="{26DE058D-3691-4BB4-B41B-48CA671ACF7A}" srcOrd="4" destOrd="0" presId="urn:microsoft.com/office/officeart/2005/8/layout/list1"/>
    <dgm:cxn modelId="{1DA3AD70-46D0-4165-B996-585D3DBE5607}" type="presParOf" srcId="{26DE058D-3691-4BB4-B41B-48CA671ACF7A}" destId="{7422D807-C9C3-49FA-B1E0-BA2ED0F57EDD}" srcOrd="0" destOrd="0" presId="urn:microsoft.com/office/officeart/2005/8/layout/list1"/>
    <dgm:cxn modelId="{0785F25D-960E-4DF2-BD8B-812721153D2E}" type="presParOf" srcId="{26DE058D-3691-4BB4-B41B-48CA671ACF7A}" destId="{48B2BC88-1ADB-4AAD-86AB-F74AB89FF45D}" srcOrd="1" destOrd="0" presId="urn:microsoft.com/office/officeart/2005/8/layout/list1"/>
    <dgm:cxn modelId="{A10133D5-3F8F-472A-924C-D9DEECDE8776}" type="presParOf" srcId="{F08CB33C-09E0-44AC-90A0-D9D163C1A778}" destId="{F527A17E-5D09-458C-AC8B-D65F5350C8F4}" srcOrd="5" destOrd="0" presId="urn:microsoft.com/office/officeart/2005/8/layout/list1"/>
    <dgm:cxn modelId="{C36F2EB4-7F7D-4E7F-88AC-FBCA28BF28F7}" type="presParOf" srcId="{F08CB33C-09E0-44AC-90A0-D9D163C1A778}" destId="{B6168ECC-FEEF-4C04-9F36-DB40A27558DD}" srcOrd="6" destOrd="0" presId="urn:microsoft.com/office/officeart/2005/8/layout/list1"/>
    <dgm:cxn modelId="{1F75ACC3-EA2A-4448-A1CC-B630E8A7B421}" type="presParOf" srcId="{F08CB33C-09E0-44AC-90A0-D9D163C1A778}" destId="{CB017BDA-39F1-46B0-A8D9-0968FDAB8E70}" srcOrd="7" destOrd="0" presId="urn:microsoft.com/office/officeart/2005/8/layout/list1"/>
    <dgm:cxn modelId="{F63EE739-24FB-4B16-9FE5-69628A04FA46}" type="presParOf" srcId="{F08CB33C-09E0-44AC-90A0-D9D163C1A778}" destId="{98B4464B-1FCB-48C2-8CE0-074577F5DB0E}" srcOrd="8" destOrd="0" presId="urn:microsoft.com/office/officeart/2005/8/layout/list1"/>
    <dgm:cxn modelId="{F20B573C-9B45-42A2-8CC2-114E7ACB00E2}" type="presParOf" srcId="{98B4464B-1FCB-48C2-8CE0-074577F5DB0E}" destId="{94B4DE5C-B832-4EC0-8895-ED4DEDDA8848}" srcOrd="0" destOrd="0" presId="urn:microsoft.com/office/officeart/2005/8/layout/list1"/>
    <dgm:cxn modelId="{39E38676-1255-438C-80A5-9D1BFEE753BF}" type="presParOf" srcId="{98B4464B-1FCB-48C2-8CE0-074577F5DB0E}" destId="{1628ED42-21B9-4B1A-A3F0-154E3CA49A74}" srcOrd="1" destOrd="0" presId="urn:microsoft.com/office/officeart/2005/8/layout/list1"/>
    <dgm:cxn modelId="{8E39640C-57ED-47D8-B847-2DF626A0BF08}" type="presParOf" srcId="{F08CB33C-09E0-44AC-90A0-D9D163C1A778}" destId="{2BE0DE6B-2414-48A3-A0FF-75F5D5722304}" srcOrd="9" destOrd="0" presId="urn:microsoft.com/office/officeart/2005/8/layout/list1"/>
    <dgm:cxn modelId="{AC962F6D-C03E-4E2F-9B8B-CDAD910471FA}" type="presParOf" srcId="{F08CB33C-09E0-44AC-90A0-D9D163C1A778}" destId="{88E13E66-052D-469F-885C-FB707755404C}" srcOrd="10" destOrd="0" presId="urn:microsoft.com/office/officeart/2005/8/layout/list1"/>
    <dgm:cxn modelId="{047F0785-649C-4FE9-9DD1-06D0188C4FE0}" type="presParOf" srcId="{F08CB33C-09E0-44AC-90A0-D9D163C1A778}" destId="{33C4DE95-EFAD-4B58-89F2-02DBE1A06EDE}" srcOrd="11" destOrd="0" presId="urn:microsoft.com/office/officeart/2005/8/layout/list1"/>
    <dgm:cxn modelId="{5548C3A5-72BE-45BE-9338-F517DFC70DAC}" type="presParOf" srcId="{F08CB33C-09E0-44AC-90A0-D9D163C1A778}" destId="{5075C2F9-F9B1-4D10-A211-C877CFA78AE8}" srcOrd="12" destOrd="0" presId="urn:microsoft.com/office/officeart/2005/8/layout/list1"/>
    <dgm:cxn modelId="{C9BAE777-3C3B-4F93-B337-D364E9F8236E}" type="presParOf" srcId="{5075C2F9-F9B1-4D10-A211-C877CFA78AE8}" destId="{1100CCFB-3ED4-4D64-B2AF-15C836B0E416}" srcOrd="0" destOrd="0" presId="urn:microsoft.com/office/officeart/2005/8/layout/list1"/>
    <dgm:cxn modelId="{A59AE638-190B-4BEA-BDCA-CD7DCC05A7E3}" type="presParOf" srcId="{5075C2F9-F9B1-4D10-A211-C877CFA78AE8}" destId="{8AE84DC3-3E62-4A3B-BD27-0A3C8A158C9F}" srcOrd="1" destOrd="0" presId="urn:microsoft.com/office/officeart/2005/8/layout/list1"/>
    <dgm:cxn modelId="{DACF3F55-2CBC-41F4-BCB1-2C7F16CF880D}" type="presParOf" srcId="{F08CB33C-09E0-44AC-90A0-D9D163C1A778}" destId="{4A75390C-5933-4413-8BF0-A78E4C7E62CF}" srcOrd="13" destOrd="0" presId="urn:microsoft.com/office/officeart/2005/8/layout/list1"/>
    <dgm:cxn modelId="{6262D26C-2F60-4427-8B0A-41E2D65C5CB2}" type="presParOf" srcId="{F08CB33C-09E0-44AC-90A0-D9D163C1A778}" destId="{A2B30E16-F112-447F-99A5-F120353A757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E04A4-83D1-4B42-A0D3-DA65A31CCD0E}">
      <dsp:nvSpPr>
        <dsp:cNvPr id="0" name=""/>
        <dsp:cNvSpPr/>
      </dsp:nvSpPr>
      <dsp:spPr>
        <a:xfrm>
          <a:off x="0" y="1627"/>
          <a:ext cx="10965627" cy="8246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4AE4F2-E853-41E6-A574-DC4A9C059063}">
      <dsp:nvSpPr>
        <dsp:cNvPr id="0" name=""/>
        <dsp:cNvSpPr/>
      </dsp:nvSpPr>
      <dsp:spPr>
        <a:xfrm>
          <a:off x="249447" y="187166"/>
          <a:ext cx="453540" cy="4535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B87102-FE2A-48BB-9073-B25B3D883827}">
      <dsp:nvSpPr>
        <dsp:cNvPr id="0" name=""/>
        <dsp:cNvSpPr/>
      </dsp:nvSpPr>
      <dsp:spPr>
        <a:xfrm>
          <a:off x="952435" y="1627"/>
          <a:ext cx="10013192" cy="824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272" tIns="87272" rIns="87272" bIns="87272" numCol="1" spcCol="1270" anchor="ctr" anchorCtr="0">
          <a:noAutofit/>
        </a:bodyPr>
        <a:lstStyle/>
        <a:p>
          <a:pPr marL="0" lvl="0" indent="0" algn="l" defTabSz="977900">
            <a:lnSpc>
              <a:spcPct val="90000"/>
            </a:lnSpc>
            <a:spcBef>
              <a:spcPct val="0"/>
            </a:spcBef>
            <a:spcAft>
              <a:spcPct val="35000"/>
            </a:spcAft>
            <a:buNone/>
          </a:pPr>
          <a:r>
            <a:rPr lang="en-US" sz="2200" b="0" i="0" kern="1200" baseline="0"/>
            <a:t>Goal: turn spoken audio into useful structured output </a:t>
          </a:r>
          <a:endParaRPr lang="en-US" sz="2200" kern="1200"/>
        </a:p>
      </dsp:txBody>
      <dsp:txXfrm>
        <a:off x="952435" y="1627"/>
        <a:ext cx="10013192" cy="824619"/>
      </dsp:txXfrm>
    </dsp:sp>
    <dsp:sp modelId="{347CC1C9-206F-433A-B05F-6088397C1E16}">
      <dsp:nvSpPr>
        <dsp:cNvPr id="0" name=""/>
        <dsp:cNvSpPr/>
      </dsp:nvSpPr>
      <dsp:spPr>
        <a:xfrm>
          <a:off x="0" y="1032401"/>
          <a:ext cx="10965627" cy="8246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B569F0-E306-4005-B885-78F2885C0B0D}">
      <dsp:nvSpPr>
        <dsp:cNvPr id="0" name=""/>
        <dsp:cNvSpPr/>
      </dsp:nvSpPr>
      <dsp:spPr>
        <a:xfrm>
          <a:off x="249447" y="1217940"/>
          <a:ext cx="453540" cy="4535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F3A26E-847B-4598-BB96-900854B25E21}">
      <dsp:nvSpPr>
        <dsp:cNvPr id="0" name=""/>
        <dsp:cNvSpPr/>
      </dsp:nvSpPr>
      <dsp:spPr>
        <a:xfrm>
          <a:off x="952435" y="1032401"/>
          <a:ext cx="10013192" cy="824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272" tIns="87272" rIns="87272" bIns="87272" numCol="1" spcCol="1270" anchor="ctr" anchorCtr="0">
          <a:noAutofit/>
        </a:bodyPr>
        <a:lstStyle/>
        <a:p>
          <a:pPr marL="0" lvl="0" indent="0" algn="l" defTabSz="977900">
            <a:lnSpc>
              <a:spcPct val="90000"/>
            </a:lnSpc>
            <a:spcBef>
              <a:spcPct val="0"/>
            </a:spcBef>
            <a:spcAft>
              <a:spcPct val="35000"/>
            </a:spcAft>
            <a:buNone/>
          </a:pPr>
          <a:r>
            <a:rPr lang="en-US" sz="2200" b="0" i="0" kern="1200" baseline="0"/>
            <a:t>Problem: audio takes time to review manually </a:t>
          </a:r>
          <a:endParaRPr lang="en-US" sz="2200" kern="1200"/>
        </a:p>
      </dsp:txBody>
      <dsp:txXfrm>
        <a:off x="952435" y="1032401"/>
        <a:ext cx="10013192" cy="824619"/>
      </dsp:txXfrm>
    </dsp:sp>
    <dsp:sp modelId="{5ADD24FB-695C-479A-8B22-7687A593015D}">
      <dsp:nvSpPr>
        <dsp:cNvPr id="0" name=""/>
        <dsp:cNvSpPr/>
      </dsp:nvSpPr>
      <dsp:spPr>
        <a:xfrm>
          <a:off x="0" y="2063175"/>
          <a:ext cx="10965627" cy="8246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0E2667-2AA3-4EAC-B1C0-1E4BC54A84F3}">
      <dsp:nvSpPr>
        <dsp:cNvPr id="0" name=""/>
        <dsp:cNvSpPr/>
      </dsp:nvSpPr>
      <dsp:spPr>
        <a:xfrm>
          <a:off x="249447" y="2248714"/>
          <a:ext cx="453540" cy="4535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E5D9E2-5B5F-4CE2-9AE2-3233932FEF21}">
      <dsp:nvSpPr>
        <dsp:cNvPr id="0" name=""/>
        <dsp:cNvSpPr/>
      </dsp:nvSpPr>
      <dsp:spPr>
        <a:xfrm>
          <a:off x="952435" y="2063175"/>
          <a:ext cx="10013192" cy="824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272" tIns="87272" rIns="87272" bIns="87272" numCol="1" spcCol="1270" anchor="ctr" anchorCtr="0">
          <a:noAutofit/>
        </a:bodyPr>
        <a:lstStyle/>
        <a:p>
          <a:pPr marL="0" lvl="0" indent="0" algn="l" defTabSz="977900">
            <a:lnSpc>
              <a:spcPct val="90000"/>
            </a:lnSpc>
            <a:spcBef>
              <a:spcPct val="0"/>
            </a:spcBef>
            <a:spcAft>
              <a:spcPct val="35000"/>
            </a:spcAft>
            <a:buNone/>
          </a:pPr>
          <a:r>
            <a:rPr lang="en-US" sz="2200" b="0" i="0" kern="1200" baseline="0"/>
            <a:t>Input: short self-recorded voice note </a:t>
          </a:r>
          <a:endParaRPr lang="en-US" sz="2200" kern="1200"/>
        </a:p>
      </dsp:txBody>
      <dsp:txXfrm>
        <a:off x="952435" y="2063175"/>
        <a:ext cx="10013192" cy="824619"/>
      </dsp:txXfrm>
    </dsp:sp>
    <dsp:sp modelId="{4AEBC15A-FAE9-4E11-BE58-267341030B7D}">
      <dsp:nvSpPr>
        <dsp:cNvPr id="0" name=""/>
        <dsp:cNvSpPr/>
      </dsp:nvSpPr>
      <dsp:spPr>
        <a:xfrm>
          <a:off x="0" y="3093949"/>
          <a:ext cx="10965627" cy="8246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03D14E-FDCD-47BE-AD53-10EDD7AE161E}">
      <dsp:nvSpPr>
        <dsp:cNvPr id="0" name=""/>
        <dsp:cNvSpPr/>
      </dsp:nvSpPr>
      <dsp:spPr>
        <a:xfrm>
          <a:off x="249447" y="3279488"/>
          <a:ext cx="453540" cy="4535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5D9873-E930-4171-86AD-FDDACB9C6523}">
      <dsp:nvSpPr>
        <dsp:cNvPr id="0" name=""/>
        <dsp:cNvSpPr/>
      </dsp:nvSpPr>
      <dsp:spPr>
        <a:xfrm>
          <a:off x="952435" y="3093949"/>
          <a:ext cx="10013192" cy="824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272" tIns="87272" rIns="87272" bIns="87272" numCol="1" spcCol="1270" anchor="ctr" anchorCtr="0">
          <a:noAutofit/>
        </a:bodyPr>
        <a:lstStyle/>
        <a:p>
          <a:pPr marL="0" lvl="0" indent="0" algn="l" defTabSz="977900">
            <a:lnSpc>
              <a:spcPct val="90000"/>
            </a:lnSpc>
            <a:spcBef>
              <a:spcPct val="0"/>
            </a:spcBef>
            <a:spcAft>
              <a:spcPct val="35000"/>
            </a:spcAft>
            <a:buNone/>
          </a:pPr>
          <a:r>
            <a:rPr lang="en-US" sz="2200" b="0" i="0" kern="1200" baseline="0"/>
            <a:t>Use case: meeting or project update summarization </a:t>
          </a:r>
          <a:endParaRPr lang="en-US" sz="2200" kern="1200"/>
        </a:p>
      </dsp:txBody>
      <dsp:txXfrm>
        <a:off x="952435" y="3093949"/>
        <a:ext cx="10013192" cy="8246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41A54-E3D8-4F0E-9FE8-19901F7C9DDE}">
      <dsp:nvSpPr>
        <dsp:cNvPr id="0" name=""/>
        <dsp:cNvSpPr/>
      </dsp:nvSpPr>
      <dsp:spPr>
        <a:xfrm>
          <a:off x="3481741" y="777805"/>
          <a:ext cx="599307" cy="91440"/>
        </a:xfrm>
        <a:custGeom>
          <a:avLst/>
          <a:gdLst/>
          <a:ahLst/>
          <a:cxnLst/>
          <a:rect l="0" t="0" r="0" b="0"/>
          <a:pathLst>
            <a:path>
              <a:moveTo>
                <a:pt x="0" y="45720"/>
              </a:moveTo>
              <a:lnTo>
                <a:pt x="599307"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5647" y="820375"/>
        <a:ext cx="31495" cy="6299"/>
      </dsp:txXfrm>
    </dsp:sp>
    <dsp:sp modelId="{68FDA931-E061-406F-8612-FACE1489C802}">
      <dsp:nvSpPr>
        <dsp:cNvPr id="0" name=""/>
        <dsp:cNvSpPr/>
      </dsp:nvSpPr>
      <dsp:spPr>
        <a:xfrm>
          <a:off x="744811" y="1906"/>
          <a:ext cx="2738729" cy="16432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4200" tIns="140867" rIns="134200" bIns="140867" numCol="1" spcCol="1270" anchor="ctr" anchorCtr="0">
          <a:noAutofit/>
        </a:bodyPr>
        <a:lstStyle/>
        <a:p>
          <a:pPr marL="0" lvl="0" indent="0" algn="ctr" defTabSz="1066800">
            <a:lnSpc>
              <a:spcPct val="90000"/>
            </a:lnSpc>
            <a:spcBef>
              <a:spcPct val="0"/>
            </a:spcBef>
            <a:spcAft>
              <a:spcPct val="35000"/>
            </a:spcAft>
            <a:buNone/>
          </a:pPr>
          <a:r>
            <a:rPr lang="en-US" sz="2400" b="0" i="0" kern="1200" baseline="0"/>
            <a:t>Upload audio </a:t>
          </a:r>
          <a:endParaRPr lang="en-US" sz="2400" kern="1200"/>
        </a:p>
      </dsp:txBody>
      <dsp:txXfrm>
        <a:off x="744811" y="1906"/>
        <a:ext cx="2738729" cy="1643237"/>
      </dsp:txXfrm>
    </dsp:sp>
    <dsp:sp modelId="{F9DF6455-C302-41A8-AA1C-73713FA3C782}">
      <dsp:nvSpPr>
        <dsp:cNvPr id="0" name=""/>
        <dsp:cNvSpPr/>
      </dsp:nvSpPr>
      <dsp:spPr>
        <a:xfrm>
          <a:off x="6850378" y="777805"/>
          <a:ext cx="599307" cy="91440"/>
        </a:xfrm>
        <a:custGeom>
          <a:avLst/>
          <a:gdLst/>
          <a:ahLst/>
          <a:cxnLst/>
          <a:rect l="0" t="0" r="0" b="0"/>
          <a:pathLst>
            <a:path>
              <a:moveTo>
                <a:pt x="0" y="45720"/>
              </a:moveTo>
              <a:lnTo>
                <a:pt x="599307"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34285" y="820375"/>
        <a:ext cx="31495" cy="6299"/>
      </dsp:txXfrm>
    </dsp:sp>
    <dsp:sp modelId="{E0772366-020A-4844-8BE7-7B5117D26EEF}">
      <dsp:nvSpPr>
        <dsp:cNvPr id="0" name=""/>
        <dsp:cNvSpPr/>
      </dsp:nvSpPr>
      <dsp:spPr>
        <a:xfrm>
          <a:off x="4113449" y="1906"/>
          <a:ext cx="2738729" cy="16432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4200" tIns="140867" rIns="134200" bIns="140867" numCol="1" spcCol="1270" anchor="ctr" anchorCtr="0">
          <a:noAutofit/>
        </a:bodyPr>
        <a:lstStyle/>
        <a:p>
          <a:pPr marL="0" lvl="0" indent="0" algn="ctr" defTabSz="1066800">
            <a:lnSpc>
              <a:spcPct val="90000"/>
            </a:lnSpc>
            <a:spcBef>
              <a:spcPct val="0"/>
            </a:spcBef>
            <a:spcAft>
              <a:spcPct val="35000"/>
            </a:spcAft>
            <a:buNone/>
          </a:pPr>
          <a:r>
            <a:rPr lang="en-US" sz="2400" b="0" i="0" kern="1200" baseline="0"/>
            <a:t>Convert audio to WAV </a:t>
          </a:r>
          <a:endParaRPr lang="en-US" sz="2400" kern="1200"/>
        </a:p>
      </dsp:txBody>
      <dsp:txXfrm>
        <a:off x="4113449" y="1906"/>
        <a:ext cx="2738729" cy="1643237"/>
      </dsp:txXfrm>
    </dsp:sp>
    <dsp:sp modelId="{9EB5A78F-E02E-413D-8CF2-94AA00CB5044}">
      <dsp:nvSpPr>
        <dsp:cNvPr id="0" name=""/>
        <dsp:cNvSpPr/>
      </dsp:nvSpPr>
      <dsp:spPr>
        <a:xfrm>
          <a:off x="2114176" y="1643344"/>
          <a:ext cx="6737275" cy="599307"/>
        </a:xfrm>
        <a:custGeom>
          <a:avLst/>
          <a:gdLst/>
          <a:ahLst/>
          <a:cxnLst/>
          <a:rect l="0" t="0" r="0" b="0"/>
          <a:pathLst>
            <a:path>
              <a:moveTo>
                <a:pt x="6737275" y="0"/>
              </a:moveTo>
              <a:lnTo>
                <a:pt x="6737275" y="316753"/>
              </a:lnTo>
              <a:lnTo>
                <a:pt x="0" y="316753"/>
              </a:lnTo>
              <a:lnTo>
                <a:pt x="0" y="599307"/>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3647" y="1939848"/>
        <a:ext cx="338332" cy="6299"/>
      </dsp:txXfrm>
    </dsp:sp>
    <dsp:sp modelId="{FE2F24FA-68CE-4F97-B14E-4657C4A7636C}">
      <dsp:nvSpPr>
        <dsp:cNvPr id="0" name=""/>
        <dsp:cNvSpPr/>
      </dsp:nvSpPr>
      <dsp:spPr>
        <a:xfrm>
          <a:off x="7482086" y="1906"/>
          <a:ext cx="2738729" cy="16432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4200" tIns="140867" rIns="134200" bIns="140867" numCol="1" spcCol="1270" anchor="ctr" anchorCtr="0">
          <a:noAutofit/>
        </a:bodyPr>
        <a:lstStyle/>
        <a:p>
          <a:pPr marL="0" lvl="0" indent="0" algn="ctr" defTabSz="1066800">
            <a:lnSpc>
              <a:spcPct val="90000"/>
            </a:lnSpc>
            <a:spcBef>
              <a:spcPct val="0"/>
            </a:spcBef>
            <a:spcAft>
              <a:spcPct val="35000"/>
            </a:spcAft>
            <a:buNone/>
          </a:pPr>
          <a:r>
            <a:rPr lang="en-US" sz="2400" b="0" i="0" kern="1200" baseline="0"/>
            <a:t>Transcribe with Whisper Small </a:t>
          </a:r>
          <a:endParaRPr lang="en-US" sz="2400" kern="1200"/>
        </a:p>
      </dsp:txBody>
      <dsp:txXfrm>
        <a:off x="7482086" y="1906"/>
        <a:ext cx="2738729" cy="1643237"/>
      </dsp:txXfrm>
    </dsp:sp>
    <dsp:sp modelId="{C4A1509C-FFDA-47D1-B874-0906EC207EF0}">
      <dsp:nvSpPr>
        <dsp:cNvPr id="0" name=""/>
        <dsp:cNvSpPr/>
      </dsp:nvSpPr>
      <dsp:spPr>
        <a:xfrm>
          <a:off x="3481741" y="3050950"/>
          <a:ext cx="599307" cy="91440"/>
        </a:xfrm>
        <a:custGeom>
          <a:avLst/>
          <a:gdLst/>
          <a:ahLst/>
          <a:cxnLst/>
          <a:rect l="0" t="0" r="0" b="0"/>
          <a:pathLst>
            <a:path>
              <a:moveTo>
                <a:pt x="0" y="45720"/>
              </a:moveTo>
              <a:lnTo>
                <a:pt x="599307"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5647" y="3093521"/>
        <a:ext cx="31495" cy="6299"/>
      </dsp:txXfrm>
    </dsp:sp>
    <dsp:sp modelId="{3962051A-4899-4D3E-A10E-5B55ABD97906}">
      <dsp:nvSpPr>
        <dsp:cNvPr id="0" name=""/>
        <dsp:cNvSpPr/>
      </dsp:nvSpPr>
      <dsp:spPr>
        <a:xfrm>
          <a:off x="744811" y="2275051"/>
          <a:ext cx="2738729" cy="16432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4200" tIns="140867" rIns="134200" bIns="140867" numCol="1" spcCol="1270" anchor="ctr" anchorCtr="0">
          <a:noAutofit/>
        </a:bodyPr>
        <a:lstStyle/>
        <a:p>
          <a:pPr marL="0" lvl="0" indent="0" algn="ctr" defTabSz="1066800">
            <a:lnSpc>
              <a:spcPct val="90000"/>
            </a:lnSpc>
            <a:spcBef>
              <a:spcPct val="0"/>
            </a:spcBef>
            <a:spcAft>
              <a:spcPct val="35000"/>
            </a:spcAft>
            <a:buNone/>
          </a:pPr>
          <a:r>
            <a:rPr lang="en-US" sz="2400" b="0" i="0" kern="1200" baseline="0"/>
            <a:t>Generate summary, action items, and keywords </a:t>
          </a:r>
          <a:endParaRPr lang="en-US" sz="2400" kern="1200"/>
        </a:p>
      </dsp:txBody>
      <dsp:txXfrm>
        <a:off x="744811" y="2275051"/>
        <a:ext cx="2738729" cy="1643237"/>
      </dsp:txXfrm>
    </dsp:sp>
    <dsp:sp modelId="{A5B0CF78-6B50-4EC6-B341-72D433F11665}">
      <dsp:nvSpPr>
        <dsp:cNvPr id="0" name=""/>
        <dsp:cNvSpPr/>
      </dsp:nvSpPr>
      <dsp:spPr>
        <a:xfrm>
          <a:off x="4113449" y="2275051"/>
          <a:ext cx="2738729" cy="164323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4200" tIns="140867" rIns="134200" bIns="140867" numCol="1" spcCol="1270" anchor="ctr" anchorCtr="0">
          <a:noAutofit/>
        </a:bodyPr>
        <a:lstStyle/>
        <a:p>
          <a:pPr marL="0" lvl="0" indent="0" algn="ctr" defTabSz="1066800">
            <a:lnSpc>
              <a:spcPct val="90000"/>
            </a:lnSpc>
            <a:spcBef>
              <a:spcPct val="0"/>
            </a:spcBef>
            <a:spcAft>
              <a:spcPct val="35000"/>
            </a:spcAft>
            <a:buNone/>
          </a:pPr>
          <a:r>
            <a:rPr lang="en-US" sz="2400" b="0" i="0" kern="1200" baseline="0"/>
            <a:t>Compare baseline transcript vs improved output </a:t>
          </a:r>
          <a:endParaRPr lang="en-US" sz="2400" kern="1200"/>
        </a:p>
      </dsp:txBody>
      <dsp:txXfrm>
        <a:off x="4113449" y="2275051"/>
        <a:ext cx="2738729" cy="16432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08CF3-C2D2-4762-B143-9EFBFDDE66F1}">
      <dsp:nvSpPr>
        <dsp:cNvPr id="0" name=""/>
        <dsp:cNvSpPr/>
      </dsp:nvSpPr>
      <dsp:spPr>
        <a:xfrm>
          <a:off x="0" y="581658"/>
          <a:ext cx="10965627" cy="352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DF9E61-2D32-4A1C-ABFA-5AFB7E8986AE}">
      <dsp:nvSpPr>
        <dsp:cNvPr id="0" name=""/>
        <dsp:cNvSpPr/>
      </dsp:nvSpPr>
      <dsp:spPr>
        <a:xfrm>
          <a:off x="548281" y="375018"/>
          <a:ext cx="7675939"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0132" tIns="0" rIns="290132" bIns="0" numCol="1" spcCol="1270" anchor="ctr" anchorCtr="0">
          <a:noAutofit/>
        </a:bodyPr>
        <a:lstStyle/>
        <a:p>
          <a:pPr marL="0" lvl="0" indent="0" algn="l" defTabSz="622300">
            <a:lnSpc>
              <a:spcPct val="90000"/>
            </a:lnSpc>
            <a:spcBef>
              <a:spcPct val="0"/>
            </a:spcBef>
            <a:spcAft>
              <a:spcPct val="35000"/>
            </a:spcAft>
            <a:buNone/>
          </a:pPr>
          <a:r>
            <a:rPr lang="en-US" sz="1400" b="0" i="0" kern="1200" baseline="0"/>
            <a:t>Quiz Challenge 1 showed that prompt design improves image generation quality and control </a:t>
          </a:r>
          <a:endParaRPr lang="en-US" sz="1400" kern="1200"/>
        </a:p>
      </dsp:txBody>
      <dsp:txXfrm>
        <a:off x="568456" y="395193"/>
        <a:ext cx="7635589" cy="372930"/>
      </dsp:txXfrm>
    </dsp:sp>
    <dsp:sp modelId="{B6168ECC-FEEF-4C04-9F36-DB40A27558DD}">
      <dsp:nvSpPr>
        <dsp:cNvPr id="0" name=""/>
        <dsp:cNvSpPr/>
      </dsp:nvSpPr>
      <dsp:spPr>
        <a:xfrm>
          <a:off x="0" y="1216698"/>
          <a:ext cx="10965627" cy="352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B2BC88-1ADB-4AAD-86AB-F74AB89FF45D}">
      <dsp:nvSpPr>
        <dsp:cNvPr id="0" name=""/>
        <dsp:cNvSpPr/>
      </dsp:nvSpPr>
      <dsp:spPr>
        <a:xfrm>
          <a:off x="548281" y="1010058"/>
          <a:ext cx="7675939"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0132" tIns="0" rIns="290132" bIns="0" numCol="1" spcCol="1270" anchor="ctr" anchorCtr="0">
          <a:noAutofit/>
        </a:bodyPr>
        <a:lstStyle/>
        <a:p>
          <a:pPr marL="0" lvl="0" indent="0" algn="l" defTabSz="622300">
            <a:lnSpc>
              <a:spcPct val="90000"/>
            </a:lnSpc>
            <a:spcBef>
              <a:spcPct val="0"/>
            </a:spcBef>
            <a:spcAft>
              <a:spcPct val="35000"/>
            </a:spcAft>
            <a:buNone/>
          </a:pPr>
          <a:r>
            <a:rPr lang="en-US" sz="1400" b="0" i="0" kern="1200" baseline="0"/>
            <a:t>Quiz Challenge 2 showed that speech models can create useful structured outputs from audio </a:t>
          </a:r>
          <a:endParaRPr lang="en-US" sz="1400" kern="1200"/>
        </a:p>
      </dsp:txBody>
      <dsp:txXfrm>
        <a:off x="568456" y="1030233"/>
        <a:ext cx="7635589" cy="372930"/>
      </dsp:txXfrm>
    </dsp:sp>
    <dsp:sp modelId="{88E13E66-052D-469F-885C-FB707755404C}">
      <dsp:nvSpPr>
        <dsp:cNvPr id="0" name=""/>
        <dsp:cNvSpPr/>
      </dsp:nvSpPr>
      <dsp:spPr>
        <a:xfrm>
          <a:off x="0" y="1851738"/>
          <a:ext cx="10965627" cy="3528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28ED42-21B9-4B1A-A3F0-154E3CA49A74}">
      <dsp:nvSpPr>
        <dsp:cNvPr id="0" name=""/>
        <dsp:cNvSpPr/>
      </dsp:nvSpPr>
      <dsp:spPr>
        <a:xfrm>
          <a:off x="548281" y="1645098"/>
          <a:ext cx="7675939"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0132" tIns="0" rIns="290132" bIns="0" numCol="1" spcCol="1270" anchor="ctr" anchorCtr="0">
          <a:noAutofit/>
        </a:bodyPr>
        <a:lstStyle/>
        <a:p>
          <a:pPr marL="0" lvl="0" indent="0" algn="l" defTabSz="622300">
            <a:lnSpc>
              <a:spcPct val="90000"/>
            </a:lnSpc>
            <a:spcBef>
              <a:spcPct val="0"/>
            </a:spcBef>
            <a:spcAft>
              <a:spcPct val="35000"/>
            </a:spcAft>
            <a:buNone/>
          </a:pPr>
          <a:r>
            <a:rPr lang="en-US" sz="1400" b="0" i="0" kern="1200" baseline="0"/>
            <a:t>Both projects showed the importance of input design, evaluation, and limitations </a:t>
          </a:r>
          <a:endParaRPr lang="en-US" sz="1400" kern="1200"/>
        </a:p>
      </dsp:txBody>
      <dsp:txXfrm>
        <a:off x="568456" y="1665273"/>
        <a:ext cx="7635589" cy="372930"/>
      </dsp:txXfrm>
    </dsp:sp>
    <dsp:sp modelId="{A2B30E16-F112-447F-99A5-F120353A757E}">
      <dsp:nvSpPr>
        <dsp:cNvPr id="0" name=""/>
        <dsp:cNvSpPr/>
      </dsp:nvSpPr>
      <dsp:spPr>
        <a:xfrm>
          <a:off x="0" y="2486778"/>
          <a:ext cx="10965627" cy="10584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1055" tIns="291592" rIns="851055" bIns="99568" numCol="1" spcCol="1270" anchor="t" anchorCtr="0">
          <a:noAutofit/>
        </a:bodyPr>
        <a:lstStyle/>
        <a:p>
          <a:pPr marL="114300" lvl="1" indent="-114300" algn="l" defTabSz="622300">
            <a:lnSpc>
              <a:spcPct val="90000"/>
            </a:lnSpc>
            <a:spcBef>
              <a:spcPct val="0"/>
            </a:spcBef>
            <a:spcAft>
              <a:spcPct val="15000"/>
            </a:spcAft>
            <a:buChar char="•"/>
          </a:pPr>
          <a:r>
            <a:rPr lang="en-US" sz="1400" b="0" i="0" kern="1200" baseline="0"/>
            <a:t>stronger control methods for image generation </a:t>
          </a:r>
          <a:endParaRPr lang="en-US" sz="1400" kern="1200"/>
        </a:p>
        <a:p>
          <a:pPr marL="114300" lvl="1" indent="-114300" algn="l" defTabSz="622300">
            <a:lnSpc>
              <a:spcPct val="90000"/>
            </a:lnSpc>
            <a:spcBef>
              <a:spcPct val="0"/>
            </a:spcBef>
            <a:spcAft>
              <a:spcPct val="15000"/>
            </a:spcAft>
            <a:buChar char="•"/>
          </a:pPr>
          <a:r>
            <a:rPr lang="en-US" sz="1400" b="0" i="0" kern="1200" baseline="0"/>
            <a:t>better summarization and action item extraction for speech </a:t>
          </a:r>
          <a:endParaRPr lang="en-US" sz="1400" kern="1200"/>
        </a:p>
        <a:p>
          <a:pPr marL="114300" lvl="1" indent="-114300" algn="l" defTabSz="622300">
            <a:lnSpc>
              <a:spcPct val="90000"/>
            </a:lnSpc>
            <a:spcBef>
              <a:spcPct val="0"/>
            </a:spcBef>
            <a:spcAft>
              <a:spcPct val="15000"/>
            </a:spcAft>
            <a:buChar char="•"/>
          </a:pPr>
          <a:r>
            <a:rPr lang="en-US" sz="1400" b="0" i="0" kern="1200" baseline="0"/>
            <a:t>larger and more realistic datasets</a:t>
          </a:r>
          <a:endParaRPr lang="en-US" sz="1400" kern="1200"/>
        </a:p>
      </dsp:txBody>
      <dsp:txXfrm>
        <a:off x="0" y="2486778"/>
        <a:ext cx="10965627" cy="1058400"/>
      </dsp:txXfrm>
    </dsp:sp>
    <dsp:sp modelId="{8AE84DC3-3E62-4A3B-BD27-0A3C8A158C9F}">
      <dsp:nvSpPr>
        <dsp:cNvPr id="0" name=""/>
        <dsp:cNvSpPr/>
      </dsp:nvSpPr>
      <dsp:spPr>
        <a:xfrm>
          <a:off x="548281" y="2280138"/>
          <a:ext cx="7675939"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0132" tIns="0" rIns="290132" bIns="0" numCol="1" spcCol="1270" anchor="ctr" anchorCtr="0">
          <a:noAutofit/>
        </a:bodyPr>
        <a:lstStyle/>
        <a:p>
          <a:pPr marL="0" lvl="0" indent="0" algn="l" defTabSz="622300">
            <a:lnSpc>
              <a:spcPct val="90000"/>
            </a:lnSpc>
            <a:spcBef>
              <a:spcPct val="0"/>
            </a:spcBef>
            <a:spcAft>
              <a:spcPct val="35000"/>
            </a:spcAft>
            <a:buNone/>
          </a:pPr>
          <a:r>
            <a:rPr lang="en-US" sz="1400" b="0" i="0" kern="1200" baseline="0"/>
            <a:t>Future work: </a:t>
          </a:r>
          <a:endParaRPr lang="en-US" sz="1400" kern="1200"/>
        </a:p>
      </dsp:txBody>
      <dsp:txXfrm>
        <a:off x="568456" y="2300313"/>
        <a:ext cx="7635589" cy="37293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5/4/2026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4247B-4D4E-BCEA-D02A-7F08ECE46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22F16-5E28-E420-39AB-6255CA8E0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2ADA3-1EDB-36BD-84AF-6A7CA93F5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9B7308-6F91-9471-DC1D-C4603F934A21}"/>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95767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8288A-6293-E4BF-7D73-26FD98641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9C9F1-857B-C899-AE9C-B789B76AE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CE57A7-C472-BF97-F70E-667EF2D95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F2022-51CF-C9B5-EAEC-38190CF766BA}"/>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931000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49CC9-6CF6-C86A-86B2-D09D607D8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675FA-73F3-BB43-D539-33B0D5DC1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9EDC4-4749-1037-34D7-92D0731DB7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EF99AD-E2A7-B9C2-E3B8-11EF6526362F}"/>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446248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12</a:t>
            </a:fld>
            <a:endParaRPr lang="en-US"/>
          </a:p>
        </p:txBody>
      </p:sp>
    </p:spTree>
    <p:extLst>
      <p:ext uri="{BB962C8B-B14F-4D97-AF65-F5344CB8AC3E}">
        <p14:creationId xmlns:p14="http://schemas.microsoft.com/office/powerpoint/2010/main" val="2986387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5/4/2026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5/4/2026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5/4/2026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Ibrahim17A/Quiz-Challenge-1"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hyperlink" Target="https://youtu.be/ze_XmmZESyo" TargetMode="External"/><Relationship Id="rId5" Type="http://schemas.openxmlformats.org/officeDocument/2006/relationships/hyperlink" Target="https://youtu.be/ELXB5Kzanhc" TargetMode="External"/><Relationship Id="rId4" Type="http://schemas.openxmlformats.org/officeDocument/2006/relationships/hyperlink" Target="https://github.com/Ibrahim17A/Quiz-Challenge-2" TargetMode="Externa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Ibrahim17A/Final-Challenge-Presentation" TargetMode="External"/><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t>CS 5542 Final Showcase: Foundation Models for Image and Speech AI</a:t>
            </a:r>
          </a:p>
        </p:txBody>
      </p:sp>
      <p:sp>
        <p:nvSpPr>
          <p:cNvPr id="2" name="TextBox 1">
            <a:extLst>
              <a:ext uri="{FF2B5EF4-FFF2-40B4-BE49-F238E27FC236}">
                <a16:creationId xmlns:a16="http://schemas.microsoft.com/office/drawing/2014/main" id="{D7AEC2FC-C4C1-F5DE-D495-1018E3EEA85D}"/>
              </a:ext>
            </a:extLst>
          </p:cNvPr>
          <p:cNvSpPr txBox="1"/>
          <p:nvPr/>
        </p:nvSpPr>
        <p:spPr>
          <a:xfrm>
            <a:off x="2211573" y="4572000"/>
            <a:ext cx="8456428" cy="738664"/>
          </a:xfrm>
          <a:prstGeom prst="rect">
            <a:avLst/>
          </a:prstGeom>
          <a:noFill/>
        </p:spPr>
        <p:txBody>
          <a:bodyPr wrap="square" rtlCol="0">
            <a:spAutoFit/>
          </a:bodyPr>
          <a:lstStyle/>
          <a:p>
            <a:r>
              <a:rPr lang="en-US" sz="2400" dirty="0">
                <a:solidFill>
                  <a:schemeClr val="bg1"/>
                </a:solidFill>
              </a:rPr>
              <a:t>Combined Showcase of Quiz Challenge I and Quiz Challenge II</a:t>
            </a:r>
          </a:p>
          <a:p>
            <a:endParaRPr lang="en-US" dirty="0"/>
          </a:p>
        </p:txBody>
      </p:sp>
      <p:sp>
        <p:nvSpPr>
          <p:cNvPr id="3" name="TextBox 2">
            <a:extLst>
              <a:ext uri="{FF2B5EF4-FFF2-40B4-BE49-F238E27FC236}">
                <a16:creationId xmlns:a16="http://schemas.microsoft.com/office/drawing/2014/main" id="{E09CBA6F-1A23-72BB-4E5E-21FE537BA19A}"/>
              </a:ext>
            </a:extLst>
          </p:cNvPr>
          <p:cNvSpPr txBox="1"/>
          <p:nvPr/>
        </p:nvSpPr>
        <p:spPr>
          <a:xfrm>
            <a:off x="9739422" y="5985025"/>
            <a:ext cx="2452577" cy="369332"/>
          </a:xfrm>
          <a:prstGeom prst="rect">
            <a:avLst/>
          </a:prstGeom>
          <a:noFill/>
        </p:spPr>
        <p:txBody>
          <a:bodyPr wrap="square" rtlCol="0">
            <a:spAutoFit/>
          </a:bodyPr>
          <a:lstStyle/>
          <a:p>
            <a:r>
              <a:rPr lang="en-US" dirty="0">
                <a:solidFill>
                  <a:schemeClr val="bg1"/>
                </a:solidFill>
              </a:rPr>
              <a:t>Ibrahim Alborno</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838201" y="448056"/>
            <a:ext cx="6172200" cy="1581912"/>
          </a:xfrm>
        </p:spPr>
        <p:txBody>
          <a:bodyPr anchor="b">
            <a:normAutofit/>
          </a:bodyPr>
          <a:lstStyle/>
          <a:p>
            <a:r>
              <a:rPr lang="en-US" sz="3600" b="1" dirty="0"/>
              <a:t>Quiz Challenge I — Controlled E-Commerce Image Generation</a:t>
            </a:r>
          </a:p>
        </p:txBody>
      </p:sp>
      <p:sp>
        <p:nvSpPr>
          <p:cNvPr id="5" name="Rectangle 2">
            <a:extLst>
              <a:ext uri="{FF2B5EF4-FFF2-40B4-BE49-F238E27FC236}">
                <a16:creationId xmlns:a16="http://schemas.microsoft.com/office/drawing/2014/main" id="{A6BFDC50-4C0F-BCC2-81AD-803D07B804C3}"/>
              </a:ext>
            </a:extLst>
          </p:cNvPr>
          <p:cNvSpPr>
            <a:spLocks noGrp="1" noChangeArrowheads="1"/>
          </p:cNvSpPr>
          <p:nvPr>
            <p:ph sz="quarter" idx="14"/>
          </p:nvPr>
        </p:nvSpPr>
        <p:spPr bwMode="auto">
          <a:xfrm>
            <a:off x="561754" y="1736068"/>
            <a:ext cx="4894006" cy="390490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2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rPr>
              <a:t>Goal: generate product images from structured product details </a:t>
            </a:r>
          </a:p>
          <a:p>
            <a:pPr marL="0" marR="0" lvl="0"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rPr>
              <a:t>Problem: online stores need clean and consistent product visuals </a:t>
            </a:r>
          </a:p>
          <a:p>
            <a:pPr marL="0" marR="0" lvl="0"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rPr>
              <a:t>Inputs: title, category, attributes, style, background </a:t>
            </a:r>
          </a:p>
          <a:p>
            <a:pPr marL="0" marR="0" lvl="0"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rPr>
              <a:t>Sample products: </a:t>
            </a:r>
          </a:p>
          <a:p>
            <a:pPr lvl="2"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Men’s Running Shoes </a:t>
            </a:r>
          </a:p>
          <a:p>
            <a:pPr lvl="2"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Women’s Leather Handbag </a:t>
            </a:r>
          </a:p>
          <a:p>
            <a:pPr lvl="2"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Minimalist Ceramic Coffee Mug</a:t>
            </a:r>
          </a:p>
          <a:p>
            <a:pPr marL="0" marR="0" lvl="0" indent="0" defTabSz="914400" rtl="0" eaLnBrk="0" fontAlgn="base" latinLnBrk="0" hangingPunct="0">
              <a:spcBef>
                <a:spcPct val="0"/>
              </a:spcBef>
              <a:spcAft>
                <a:spcPts val="600"/>
              </a:spcAft>
              <a:buClrTx/>
              <a:buSzTx/>
              <a:buFontTx/>
              <a:buNone/>
              <a:tabLst/>
            </a:pPr>
            <a:endParaRPr kumimoji="0" lang="en-US" altLang="en-US" sz="2200" b="0" i="0" u="none" strike="noStrike" cap="none" normalizeH="0" baseline="0" dirty="0">
              <a:ln>
                <a:noFill/>
              </a:ln>
              <a:effectLst/>
            </a:endParaRP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9747" r="13473" b="3"/>
          <a:stretch>
            <a:fillRect/>
          </a:stretch>
        </p:blipFill>
        <p:spPr>
          <a:xfrm>
            <a:off x="7500938" y="-22225"/>
            <a:ext cx="4714875" cy="6880225"/>
          </a:xfrm>
          <a:noFill/>
        </p:spPr>
      </p:pic>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1" y="448056"/>
            <a:ext cx="6172200" cy="1581912"/>
          </a:xfrm>
        </p:spPr>
        <p:txBody>
          <a:bodyPr anchor="b">
            <a:normAutofit/>
          </a:bodyPr>
          <a:lstStyle/>
          <a:p>
            <a:r>
              <a:rPr lang="en-US" dirty="0"/>
              <a:t>Quiz Challenge I — Approach and Best Results</a:t>
            </a:r>
          </a:p>
        </p:txBody>
      </p:sp>
      <p:sp>
        <p:nvSpPr>
          <p:cNvPr id="4" name="Rectangle 1">
            <a:extLst>
              <a:ext uri="{FF2B5EF4-FFF2-40B4-BE49-F238E27FC236}">
                <a16:creationId xmlns:a16="http://schemas.microsoft.com/office/drawing/2014/main" id="{C852D579-724B-1C6B-2303-890353A32074}"/>
              </a:ext>
            </a:extLst>
          </p:cNvPr>
          <p:cNvSpPr>
            <a:spLocks noGrp="1" noChangeArrowheads="1"/>
          </p:cNvSpPr>
          <p:nvPr>
            <p:ph sz="quarter" idx="14"/>
          </p:nvPr>
        </p:nvSpPr>
        <p:spPr bwMode="auto">
          <a:xfrm>
            <a:off x="838200" y="2257063"/>
            <a:ext cx="4894006" cy="390490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sz="2200" b="0" i="0" u="none" strike="noStrike" cap="none" normalizeH="0" baseline="0" dirty="0">
                <a:ln>
                  <a:noFill/>
                </a:ln>
                <a:effectLst/>
              </a:rPr>
              <a:t>Compared 3 prompt styles: </a:t>
            </a:r>
          </a:p>
          <a:p>
            <a:pPr marL="0" lvl="4"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naive prompt </a:t>
            </a:r>
          </a:p>
          <a:p>
            <a:pPr marL="0" lvl="4"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structured prompt </a:t>
            </a:r>
          </a:p>
          <a:p>
            <a:pPr marL="0" lvl="4" indent="0" eaLnBrk="0" fontAlgn="base" hangingPunct="0">
              <a:spcBef>
                <a:spcPct val="0"/>
              </a:spcBef>
              <a:spcAft>
                <a:spcPts val="600"/>
              </a:spcAft>
              <a:buClrTx/>
              <a:buFontTx/>
              <a:buChar char="•"/>
            </a:pPr>
            <a:r>
              <a:rPr kumimoji="0" lang="en-US" altLang="en-US" sz="2200" b="0" i="0" u="none" strike="noStrike" cap="none" normalizeH="0" baseline="0" dirty="0">
                <a:ln>
                  <a:noFill/>
                </a:ln>
                <a:effectLst/>
              </a:rPr>
              <a:t>structured prompt + negative prompt </a:t>
            </a:r>
          </a:p>
          <a:p>
            <a:pPr marL="0" lvl="4" indent="0" eaLnBrk="0" fontAlgn="base" hangingPunct="0">
              <a:spcBef>
                <a:spcPct val="0"/>
              </a:spcBef>
              <a:spcAft>
                <a:spcPts val="600"/>
              </a:spcAft>
              <a:buClrTx/>
              <a:buNone/>
            </a:pPr>
            <a:endParaRPr kumimoji="0" lang="en-US" altLang="en-US" sz="22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None/>
              <a:tabLst/>
            </a:pPr>
            <a:r>
              <a:rPr kumimoji="0" lang="en-US" altLang="en-US" sz="2200" b="0" i="0" u="none" strike="noStrike" cap="none" normalizeH="0" baseline="0" dirty="0">
                <a:ln>
                  <a:noFill/>
                </a:ln>
                <a:effectLst/>
              </a:rPr>
              <a:t>Structured and controlled prompts gave cleaner results.</a:t>
            </a:r>
          </a:p>
          <a:p>
            <a:pPr marL="0" marR="0" lvl="0" indent="0" defTabSz="914400" rtl="0" eaLnBrk="0" fontAlgn="base" latinLnBrk="0" hangingPunct="0">
              <a:spcBef>
                <a:spcPct val="0"/>
              </a:spcBef>
              <a:spcAft>
                <a:spcPts val="600"/>
              </a:spcAft>
              <a:buClrTx/>
              <a:buSzTx/>
              <a:buNone/>
              <a:tabLst/>
            </a:pPr>
            <a:r>
              <a:rPr kumimoji="0" lang="en-US" altLang="en-US" sz="2200" b="0" i="0" u="none" strike="noStrike" cap="none" normalizeH="0" baseline="0" dirty="0">
                <a:ln>
                  <a:noFill/>
                </a:ln>
                <a:effectLst/>
              </a:rPr>
              <a:t> </a:t>
            </a:r>
          </a:p>
          <a:p>
            <a:pPr marL="0" marR="0" lvl="0" indent="0" defTabSz="914400" rtl="0" eaLnBrk="0" fontAlgn="base" latinLnBrk="0" hangingPunct="0">
              <a:spcBef>
                <a:spcPct val="0"/>
              </a:spcBef>
              <a:spcAft>
                <a:spcPts val="600"/>
              </a:spcAft>
              <a:buClrTx/>
              <a:buSzTx/>
              <a:buNone/>
              <a:tabLst/>
            </a:pPr>
            <a:r>
              <a:rPr kumimoji="0" lang="en-US" altLang="en-US" sz="2200" b="0" i="0" u="none" strike="noStrike" cap="none" normalizeH="0" baseline="0" dirty="0">
                <a:ln>
                  <a:noFill/>
                </a:ln>
                <a:effectLst/>
              </a:rPr>
              <a:t>Best overall result: the mug example </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r="13268" b="-9"/>
          <a:stretch>
            <a:fillRect/>
          </a:stretch>
        </p:blipFill>
        <p:spPr>
          <a:xfrm>
            <a:off x="7500938" y="-22225"/>
            <a:ext cx="4714875" cy="6880225"/>
          </a:xfrm>
          <a:noFill/>
        </p:spPr>
      </p:pic>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3B7AAAD-0106-B73B-B2F0-AE9EEEF42C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465" y="1403212"/>
            <a:ext cx="11241069" cy="4115374"/>
          </a:xfrm>
          <a:prstGeom prst="rect">
            <a:avLst/>
          </a:prstGeom>
        </p:spPr>
      </p:pic>
    </p:spTree>
    <p:extLst>
      <p:ext uri="{BB962C8B-B14F-4D97-AF65-F5344CB8AC3E}">
        <p14:creationId xmlns:p14="http://schemas.microsoft.com/office/powerpoint/2010/main" val="1679936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isplays three different men's running shoes: a sleek black Nike Air Zoom Pegasus, a vibrant red Adidas Ultraboost, and a stylish black Nike Air Max 97.&#10;&#10;AI-generated content may be incorrect.">
            <a:extLst>
              <a:ext uri="{FF2B5EF4-FFF2-40B4-BE49-F238E27FC236}">
                <a16:creationId xmlns:a16="http://schemas.microsoft.com/office/drawing/2014/main" id="{80B50E14-2101-D493-9B2D-AD5FA14DF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92" y="1395128"/>
            <a:ext cx="11222016" cy="4067743"/>
          </a:xfrm>
          <a:prstGeom prst="rect">
            <a:avLst/>
          </a:prstGeom>
        </p:spPr>
      </p:pic>
    </p:spTree>
    <p:extLst>
      <p:ext uri="{BB962C8B-B14F-4D97-AF65-F5344CB8AC3E}">
        <p14:creationId xmlns:p14="http://schemas.microsoft.com/office/powerpoint/2010/main" val="3408504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shows three black and white ceramic mugs arranged in a vertical line, with a simple, minimalist design, showcasing a clear, clean aesthetic.&#10;&#10;AI-generated content may be incorrect.">
            <a:extLst>
              <a:ext uri="{FF2B5EF4-FFF2-40B4-BE49-F238E27FC236}">
                <a16:creationId xmlns:a16="http://schemas.microsoft.com/office/drawing/2014/main" id="{2E45BD18-7665-2678-5E68-3A6DC32465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65" y="1395128"/>
            <a:ext cx="11241069" cy="4067743"/>
          </a:xfrm>
          <a:prstGeom prst="rect">
            <a:avLst/>
          </a:prstGeom>
        </p:spPr>
      </p:pic>
    </p:spTree>
    <p:extLst>
      <p:ext uri="{BB962C8B-B14F-4D97-AF65-F5344CB8AC3E}">
        <p14:creationId xmlns:p14="http://schemas.microsoft.com/office/powerpoint/2010/main" val="3619819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563"/>
          </a:xfrm>
        </p:spPr>
        <p:txBody>
          <a:bodyPr anchor="ctr">
            <a:normAutofit/>
          </a:bodyPr>
          <a:lstStyle/>
          <a:p>
            <a:r>
              <a:rPr lang="en-US" b="1" dirty="0"/>
              <a:t>Quiz Challenge I — Key Findings</a:t>
            </a:r>
          </a:p>
        </p:txBody>
      </p:sp>
      <p:sp>
        <p:nvSpPr>
          <p:cNvPr id="8" name="Rectangle 3">
            <a:extLst>
              <a:ext uri="{FF2B5EF4-FFF2-40B4-BE49-F238E27FC236}">
                <a16:creationId xmlns:a16="http://schemas.microsoft.com/office/drawing/2014/main" id="{BF2EB762-7F70-8076-E2A2-2381B84904A3}"/>
              </a:ext>
            </a:extLst>
          </p:cNvPr>
          <p:cNvSpPr>
            <a:spLocks noGrp="1" noChangeArrowheads="1"/>
          </p:cNvSpPr>
          <p:nvPr>
            <p:ph sz="quarter" idx="16"/>
          </p:nvPr>
        </p:nvSpPr>
        <p:spPr bwMode="auto">
          <a:xfrm>
            <a:off x="6219464" y="1790329"/>
            <a:ext cx="5625206" cy="411305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r>
              <a:rPr kumimoji="0" lang="en-US" altLang="en-US" sz="2800" b="1" i="0" u="none" strike="noStrike" cap="none" normalizeH="0" baseline="0" dirty="0">
                <a:ln>
                  <a:noFill/>
                </a:ln>
                <a:effectLst/>
              </a:rPr>
              <a:t>Findings</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Better prompt design improved image quality </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Structured prompts improved alignment </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Negative prompts reduced clutter and distortion </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3">
            <a:extLst>
              <a:ext uri="{FF2B5EF4-FFF2-40B4-BE49-F238E27FC236}">
                <a16:creationId xmlns:a16="http://schemas.microsoft.com/office/drawing/2014/main" id="{87334E0A-0FB1-5AA9-BD79-E6030557E2A2}"/>
              </a:ext>
            </a:extLst>
          </p:cNvPr>
          <p:cNvSpPr>
            <a:spLocks noGrp="1" noChangeArrowheads="1"/>
          </p:cNvSpPr>
          <p:nvPr>
            <p:ph sz="quarter" idx="15"/>
          </p:nvPr>
        </p:nvSpPr>
        <p:spPr bwMode="auto">
          <a:xfrm>
            <a:off x="714736" y="1941036"/>
            <a:ext cx="5381264" cy="41132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r>
              <a:rPr kumimoji="0" lang="en-US" altLang="en-US" sz="2800" b="1" i="0" u="none" strike="noStrike" cap="none" normalizeH="0" baseline="0" dirty="0">
                <a:ln>
                  <a:noFill/>
                </a:ln>
                <a:effectLst/>
              </a:rPr>
              <a:t>Limitations</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lang="en-US" altLang="en-US" sz="2200" dirty="0"/>
              <a:t>Some framing issues</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2200" b="0" i="0" u="none" strike="noStrike" cap="none" normalizeH="0" baseline="0" dirty="0">
                <a:ln>
                  <a:noFill/>
                </a:ln>
                <a:effectLst/>
              </a:rPr>
              <a:t>Some zoomed-in outputs</a:t>
            </a:r>
          </a:p>
          <a:p>
            <a:pPr marL="342900" marR="0" lvl="0" indent="-342900" defTabSz="914400" rtl="0" eaLnBrk="0" fontAlgn="base" latinLnBrk="0" hangingPunct="0">
              <a:spcBef>
                <a:spcPct val="0"/>
              </a:spcBef>
              <a:spcAft>
                <a:spcPts val="600"/>
              </a:spcAft>
              <a:buClrTx/>
              <a:buSzTx/>
              <a:buFont typeface="Arial" panose="020B0604020202020204" pitchFamily="34" charset="0"/>
              <a:buChar char="•"/>
              <a:tabLst/>
            </a:pPr>
            <a:r>
              <a:rPr lang="en-US" altLang="en-US" sz="2200" dirty="0"/>
              <a:t>Some inconsistency across prompt styles</a:t>
            </a:r>
            <a:endParaRPr kumimoji="0" lang="en-US" altLang="en-US" sz="2200" b="0" i="0" u="none" strike="noStrike" cap="none" normalizeH="0" baseline="0" dirty="0">
              <a:ln>
                <a:noFill/>
              </a:ln>
              <a:effectLst/>
            </a:endParaRPr>
          </a:p>
        </p:txBody>
      </p:sp>
    </p:spTree>
    <p:extLst>
      <p:ext uri="{BB962C8B-B14F-4D97-AF65-F5344CB8AC3E}">
        <p14:creationId xmlns:p14="http://schemas.microsoft.com/office/powerpoint/2010/main" val="224315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4405F-4D7A-29F4-DD05-AACBCC8F5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95343-2225-6FD7-4AC7-E930CAC00358}"/>
              </a:ext>
            </a:extLst>
          </p:cNvPr>
          <p:cNvSpPr>
            <a:spLocks noGrp="1"/>
          </p:cNvSpPr>
          <p:nvPr>
            <p:ph type="title"/>
          </p:nvPr>
        </p:nvSpPr>
        <p:spPr>
          <a:xfrm>
            <a:off x="838200" y="365125"/>
            <a:ext cx="10515600" cy="1325563"/>
          </a:xfrm>
        </p:spPr>
        <p:txBody>
          <a:bodyPr anchor="ctr">
            <a:normAutofit/>
          </a:bodyPr>
          <a:lstStyle/>
          <a:p>
            <a:r>
              <a:rPr lang="en-US" b="1" dirty="0"/>
              <a:t>Quiz Challenge II — AI Speech Intelligence with Whisper</a:t>
            </a:r>
          </a:p>
        </p:txBody>
      </p:sp>
      <p:sp>
        <p:nvSpPr>
          <p:cNvPr id="5" name="Rectangle 4">
            <a:extLst>
              <a:ext uri="{FF2B5EF4-FFF2-40B4-BE49-F238E27FC236}">
                <a16:creationId xmlns:a16="http://schemas.microsoft.com/office/drawing/2014/main" id="{D526D0B7-731A-B3B2-B39B-4DB6CE3E488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7" name="Rectangle 1">
            <a:extLst>
              <a:ext uri="{FF2B5EF4-FFF2-40B4-BE49-F238E27FC236}">
                <a16:creationId xmlns:a16="http://schemas.microsoft.com/office/drawing/2014/main" id="{8D43C24B-FB75-CF44-3B7F-316FD6BEBF03}"/>
              </a:ext>
            </a:extLst>
          </p:cNvPr>
          <p:cNvGraphicFramePr>
            <a:graphicFrameLocks noGrp="1"/>
          </p:cNvGraphicFramePr>
          <p:nvPr>
            <p:ph type="tbl" sz="quarter" idx="13"/>
            <p:extLst>
              <p:ext uri="{D42A27DB-BD31-4B8C-83A1-F6EECF244321}">
                <p14:modId xmlns:p14="http://schemas.microsoft.com/office/powerpoint/2010/main" val="2359194777"/>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400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125"/>
            <a:ext cx="10515600" cy="1325563"/>
          </a:xfrm>
        </p:spPr>
        <p:txBody>
          <a:bodyPr anchor="ctr">
            <a:normAutofit/>
          </a:bodyPr>
          <a:lstStyle/>
          <a:p>
            <a:r>
              <a:rPr lang="en-US" b="1" dirty="0"/>
              <a:t>Quiz Challenge II — Approach and Best Results</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5" name="Rectangle 3">
            <a:extLst>
              <a:ext uri="{FF2B5EF4-FFF2-40B4-BE49-F238E27FC236}">
                <a16:creationId xmlns:a16="http://schemas.microsoft.com/office/drawing/2014/main" id="{8EC582A9-72EF-7E86-AD0B-499E82566989}"/>
              </a:ext>
            </a:extLst>
          </p:cNvPr>
          <p:cNvGraphicFramePr>
            <a:graphicFrameLocks noGrp="1"/>
          </p:cNvGraphicFramePr>
          <p:nvPr>
            <p:ph type="tbl" sz="quarter" idx="13"/>
            <p:extLst>
              <p:ext uri="{D42A27DB-BD31-4B8C-83A1-F6EECF244321}">
                <p14:modId xmlns:p14="http://schemas.microsoft.com/office/powerpoint/2010/main" val="1159519343"/>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D9C70-BBD8-B999-77A3-C48935D0243C}"/>
            </a:ext>
          </a:extLst>
        </p:cNvPr>
        <p:cNvGrpSpPr/>
        <p:nvPr/>
      </p:nvGrpSpPr>
      <p:grpSpPr>
        <a:xfrm>
          <a:off x="0" y="0"/>
          <a:ext cx="0" cy="0"/>
          <a:chOff x="0" y="0"/>
          <a:chExt cx="0" cy="0"/>
        </a:xfrm>
      </p:grpSpPr>
      <p:sp>
        <p:nvSpPr>
          <p:cNvPr id="12" name="Rectangle 3">
            <a:extLst>
              <a:ext uri="{FF2B5EF4-FFF2-40B4-BE49-F238E27FC236}">
                <a16:creationId xmlns:a16="http://schemas.microsoft.com/office/drawing/2014/main" id="{664D10E7-8E65-42E9-B296-AEDEF2AC2687}"/>
              </a:ext>
            </a:extLst>
          </p:cNvPr>
          <p:cNvSpPr>
            <a:spLocks noGrp="1" noChangeArrowheads="1"/>
          </p:cNvSpPr>
          <p:nvPr>
            <p:ph sz="quarter" idx="13"/>
          </p:nvPr>
        </p:nvSpPr>
        <p:spPr bwMode="auto">
          <a:xfrm>
            <a:off x="624662" y="323572"/>
            <a:ext cx="10942675"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r>
              <a:rPr lang="en-US" sz="2200" b="1" dirty="0"/>
              <a:t>Baseline Output</a:t>
            </a:r>
            <a:br>
              <a:rPr lang="en-US" sz="2200" dirty="0"/>
            </a:br>
            <a:r>
              <a:rPr lang="en-US" sz="2200" dirty="0"/>
              <a:t>Raw transcript only</a:t>
            </a:r>
            <a:br>
              <a:rPr lang="en-US" sz="2200" dirty="0"/>
            </a:br>
            <a:r>
              <a:rPr lang="en-US" sz="2200" dirty="0"/>
              <a:t>“Today we reviewed the progress of the project and discussed the next steps…”</a:t>
            </a:r>
          </a:p>
          <a:p>
            <a:r>
              <a:rPr lang="en-US" sz="2200" b="1" dirty="0"/>
              <a:t>Improved Output</a:t>
            </a:r>
            <a:br>
              <a:rPr lang="en-US" sz="2200" dirty="0"/>
            </a:br>
            <a:r>
              <a:rPr lang="en-US" sz="2200" b="1" dirty="0"/>
              <a:t>Summary:</a:t>
            </a:r>
            <a:br>
              <a:rPr lang="en-US" sz="2200" dirty="0"/>
            </a:br>
            <a:r>
              <a:rPr lang="en-US" sz="2200" dirty="0"/>
              <a:t>Today we reviewed the progress of the project and discussed the next steps. We finished the first part of the system and tested the initial model output. We still need to improve the evaluation section, update the slides and upload the final files to GitHub.</a:t>
            </a:r>
          </a:p>
          <a:p>
            <a:r>
              <a:rPr lang="en-US" sz="2200" b="1" dirty="0"/>
              <a:t>Action Items:</a:t>
            </a:r>
            <a:endParaRPr lang="en-US" sz="2200" dirty="0"/>
          </a:p>
          <a:p>
            <a:r>
              <a:rPr lang="en-US" sz="2200" dirty="0"/>
              <a:t>Improve the evaluation section </a:t>
            </a:r>
          </a:p>
          <a:p>
            <a:r>
              <a:rPr lang="en-US" sz="2200" dirty="0"/>
              <a:t>Update the slides </a:t>
            </a:r>
          </a:p>
          <a:p>
            <a:r>
              <a:rPr lang="en-US" sz="2200" dirty="0"/>
              <a:t>Upload the final files to GitHub </a:t>
            </a:r>
          </a:p>
          <a:p>
            <a:r>
              <a:rPr lang="en-US" sz="2200" dirty="0"/>
              <a:t>Complete the demo video </a:t>
            </a:r>
          </a:p>
          <a:p>
            <a:r>
              <a:rPr lang="en-US" sz="2200" dirty="0"/>
              <a:t>Review the results and prepare for the final submission </a:t>
            </a:r>
          </a:p>
          <a:p>
            <a:r>
              <a:rPr lang="en-US" sz="2200" b="1" dirty="0"/>
              <a:t>Keywords:</a:t>
            </a:r>
            <a:br>
              <a:rPr lang="en-US" sz="2200" dirty="0"/>
            </a:br>
            <a:r>
              <a:rPr lang="en-US" sz="2200" dirty="0"/>
              <a:t>final, progress, project, next steps</a:t>
            </a:r>
          </a:p>
          <a:p>
            <a:pPr marL="0" marR="0" lvl="0" indent="0" defTabSz="914400" rtl="0" eaLnBrk="0" fontAlgn="base" latinLnBrk="0" hangingPunct="0">
              <a:spcBef>
                <a:spcPct val="0"/>
              </a:spcBef>
              <a:spcAft>
                <a:spcPts val="600"/>
              </a:spcAft>
              <a:buClrTx/>
              <a:buSzTx/>
              <a:tabLst/>
            </a:pPr>
            <a:endParaRPr kumimoji="0" lang="en-US" altLang="en-US" sz="2200" b="0" i="0" u="none" strike="noStrike" cap="none" normalizeH="0" baseline="0" dirty="0">
              <a:ln>
                <a:noFill/>
              </a:ln>
              <a:effectLst/>
            </a:endParaRPr>
          </a:p>
        </p:txBody>
      </p:sp>
      <p:sp>
        <p:nvSpPr>
          <p:cNvPr id="5" name="Rectangle 4">
            <a:extLst>
              <a:ext uri="{FF2B5EF4-FFF2-40B4-BE49-F238E27FC236}">
                <a16:creationId xmlns:a16="http://schemas.microsoft.com/office/drawing/2014/main" id="{92582347-C3A1-0EDE-D5AF-3F8AF8375092}"/>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449906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A5B2E-846F-2375-3AAF-D7B3432E9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56A5B-0E77-F657-2AF0-7AC1D0A71ABA}"/>
              </a:ext>
            </a:extLst>
          </p:cNvPr>
          <p:cNvSpPr>
            <a:spLocks noGrp="1"/>
          </p:cNvSpPr>
          <p:nvPr>
            <p:ph type="title"/>
          </p:nvPr>
        </p:nvSpPr>
        <p:spPr>
          <a:xfrm>
            <a:off x="838200" y="365760"/>
            <a:ext cx="10515600" cy="1325563"/>
          </a:xfrm>
        </p:spPr>
        <p:txBody>
          <a:bodyPr anchor="ctr">
            <a:normAutofit/>
          </a:bodyPr>
          <a:lstStyle/>
          <a:p>
            <a:r>
              <a:rPr lang="en-US" b="1" dirty="0"/>
              <a:t>Quiz Challenge II — Key Findings</a:t>
            </a:r>
          </a:p>
        </p:txBody>
      </p:sp>
      <p:sp>
        <p:nvSpPr>
          <p:cNvPr id="8" name="Rectangle 3">
            <a:extLst>
              <a:ext uri="{FF2B5EF4-FFF2-40B4-BE49-F238E27FC236}">
                <a16:creationId xmlns:a16="http://schemas.microsoft.com/office/drawing/2014/main" id="{F1F442F0-CFC5-610C-DA00-BFD78A03C057}"/>
              </a:ext>
            </a:extLst>
          </p:cNvPr>
          <p:cNvSpPr>
            <a:spLocks noGrp="1" noChangeArrowheads="1"/>
          </p:cNvSpPr>
          <p:nvPr>
            <p:ph sz="quarter" idx="16"/>
          </p:nvPr>
        </p:nvSpPr>
        <p:spPr bwMode="auto">
          <a:xfrm>
            <a:off x="6304525" y="1941195"/>
            <a:ext cx="5625206" cy="411305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r>
              <a:rPr kumimoji="0" lang="en-US" altLang="en-US" sz="2800" b="1" i="0" u="none" strike="noStrike" cap="none" normalizeH="0" baseline="0" dirty="0">
                <a:ln>
                  <a:noFill/>
                </a:ln>
                <a:effectLst/>
              </a:rPr>
              <a:t>Limitations</a:t>
            </a:r>
          </a:p>
          <a:p>
            <a:pPr marL="342900" lvl="0" indent="-342900" eaLnBrk="0" fontAlgn="base" hangingPunct="0">
              <a:spcBef>
                <a:spcPct val="0"/>
              </a:spcBef>
              <a:spcAft>
                <a:spcPts val="600"/>
              </a:spcAft>
              <a:buClrTx/>
              <a:buFont typeface="Arial" panose="020B0604020202020204" pitchFamily="34" charset="0"/>
              <a:buChar char="•"/>
            </a:pPr>
            <a:r>
              <a:rPr lang="en-US" sz="2400" dirty="0"/>
              <a:t>Worked best with short clear audio</a:t>
            </a:r>
          </a:p>
          <a:p>
            <a:pPr marL="342900" lvl="0" indent="-342900" eaLnBrk="0" fontAlgn="base" hangingPunct="0">
              <a:spcBef>
                <a:spcPct val="0"/>
              </a:spcBef>
              <a:spcAft>
                <a:spcPts val="600"/>
              </a:spcAft>
              <a:buClrTx/>
              <a:buFont typeface="Arial" panose="020B0604020202020204" pitchFamily="34" charset="0"/>
              <a:buChar char="•"/>
            </a:pPr>
            <a:r>
              <a:rPr lang="en-US" sz="2400" dirty="0"/>
              <a:t>Action item extraction was rule-based</a:t>
            </a:r>
          </a:p>
          <a:p>
            <a:pPr marL="342900" lvl="0" indent="-342900" eaLnBrk="0" fontAlgn="base" hangingPunct="0">
              <a:spcBef>
                <a:spcPct val="0"/>
              </a:spcBef>
              <a:spcAft>
                <a:spcPts val="600"/>
              </a:spcAft>
              <a:buClrTx/>
              <a:buFont typeface="Arial" panose="020B0604020202020204" pitchFamily="34" charset="0"/>
              <a:buChar char="•"/>
            </a:pPr>
            <a:r>
              <a:rPr lang="en-US" sz="2400" dirty="0"/>
              <a:t>CPU runtime was slower than GPU</a:t>
            </a:r>
            <a:endParaRPr kumimoji="0" lang="en-US" altLang="en-US" sz="2200" b="0" i="0" u="none" strike="noStrike" cap="none" normalizeH="0" baseline="0" dirty="0">
              <a:ln>
                <a:noFill/>
              </a:ln>
              <a:effectLst/>
            </a:endParaRPr>
          </a:p>
        </p:txBody>
      </p:sp>
      <p:sp>
        <p:nvSpPr>
          <p:cNvPr id="5" name="Rectangle 4">
            <a:extLst>
              <a:ext uri="{FF2B5EF4-FFF2-40B4-BE49-F238E27FC236}">
                <a16:creationId xmlns:a16="http://schemas.microsoft.com/office/drawing/2014/main" id="{D1297942-4B6F-1039-04A6-D542AE8CA430}"/>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Rectangle 3">
            <a:extLst>
              <a:ext uri="{FF2B5EF4-FFF2-40B4-BE49-F238E27FC236}">
                <a16:creationId xmlns:a16="http://schemas.microsoft.com/office/drawing/2014/main" id="{503CE4E2-660A-4188-C76A-D0B063D7DBFD}"/>
              </a:ext>
            </a:extLst>
          </p:cNvPr>
          <p:cNvSpPr>
            <a:spLocks noGrp="1" noChangeArrowheads="1"/>
          </p:cNvSpPr>
          <p:nvPr>
            <p:ph sz="quarter" idx="15"/>
          </p:nvPr>
        </p:nvSpPr>
        <p:spPr bwMode="auto">
          <a:xfrm>
            <a:off x="714736" y="1941036"/>
            <a:ext cx="5381264" cy="41132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tabLst/>
            </a:pPr>
            <a:r>
              <a:rPr kumimoji="0" lang="en-US" altLang="en-US" sz="2800" b="1" i="0" u="none" strike="noStrike" cap="none" normalizeH="0" baseline="0" dirty="0">
                <a:ln>
                  <a:noFill/>
                </a:ln>
                <a:effectLst/>
              </a:rPr>
              <a:t>Findings</a:t>
            </a:r>
          </a:p>
          <a:p>
            <a:pPr marL="342900" lvl="0" indent="-342900" eaLnBrk="0" fontAlgn="base" hangingPunct="0">
              <a:spcBef>
                <a:spcPct val="0"/>
              </a:spcBef>
              <a:spcAft>
                <a:spcPts val="600"/>
              </a:spcAft>
              <a:buClrTx/>
              <a:buFont typeface="Arial" panose="020B0604020202020204" pitchFamily="34" charset="0"/>
              <a:buChar char="•"/>
            </a:pPr>
            <a:r>
              <a:rPr lang="en-US" sz="2400" dirty="0"/>
              <a:t>Whisper worked well for short clear speech</a:t>
            </a:r>
            <a:endParaRPr lang="en-US" altLang="en-US" sz="2200" dirty="0"/>
          </a:p>
          <a:p>
            <a:pPr marL="342900" lvl="0" indent="-342900" eaLnBrk="0" fontAlgn="base" hangingPunct="0">
              <a:spcBef>
                <a:spcPct val="0"/>
              </a:spcBef>
              <a:spcAft>
                <a:spcPts val="600"/>
              </a:spcAft>
              <a:buClrTx/>
              <a:buFont typeface="Arial" panose="020B0604020202020204" pitchFamily="34" charset="0"/>
              <a:buChar char="•"/>
            </a:pPr>
            <a:r>
              <a:rPr lang="en-US" sz="2400" dirty="0"/>
              <a:t>Transcription quality was strong</a:t>
            </a:r>
          </a:p>
          <a:p>
            <a:pPr marL="342900" lvl="0" indent="-342900" eaLnBrk="0" fontAlgn="base" hangingPunct="0">
              <a:spcBef>
                <a:spcPct val="0"/>
              </a:spcBef>
              <a:spcAft>
                <a:spcPts val="600"/>
              </a:spcAft>
              <a:buClrTx/>
              <a:buFont typeface="Arial" panose="020B0604020202020204" pitchFamily="34" charset="0"/>
              <a:buChar char="•"/>
            </a:pPr>
            <a:r>
              <a:rPr lang="en-US" sz="2400" dirty="0"/>
              <a:t>Structured output improved usefulness</a:t>
            </a:r>
            <a:endParaRPr kumimoji="0" lang="en-US" altLang="en-US" sz="2200" b="0" i="0" u="none" strike="noStrike" cap="none" normalizeH="0" baseline="0" dirty="0">
              <a:ln>
                <a:noFill/>
              </a:ln>
              <a:effectLst/>
            </a:endParaRPr>
          </a:p>
        </p:txBody>
      </p:sp>
    </p:spTree>
    <p:extLst>
      <p:ext uri="{BB962C8B-B14F-4D97-AF65-F5344CB8AC3E}">
        <p14:creationId xmlns:p14="http://schemas.microsoft.com/office/powerpoint/2010/main" val="2780077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880"/>
          </a:xfrm>
        </p:spPr>
        <p:txBody>
          <a:bodyPr vert="horz" lIns="91440" tIns="45720" rIns="91440" bIns="45720" rtlCol="0" anchor="ctr" anchorCtr="0">
            <a:normAutofit/>
          </a:bodyPr>
          <a:lstStyle/>
          <a:p>
            <a:r>
              <a:rPr lang="en-US" b="1" kern="1200" cap="all" spc="300" baseline="0" dirty="0">
                <a:latin typeface="+mj-lt"/>
                <a:ea typeface="+mj-ea"/>
                <a:cs typeface="+mj-cs"/>
              </a:rPr>
              <a:t>Technical Growth and Project Evidence</a:t>
            </a:r>
          </a:p>
        </p:txBody>
      </p:sp>
      <p:sp>
        <p:nvSpPr>
          <p:cNvPr id="15" name="Rectangle 3">
            <a:extLst>
              <a:ext uri="{FF2B5EF4-FFF2-40B4-BE49-F238E27FC236}">
                <a16:creationId xmlns:a16="http://schemas.microsoft.com/office/drawing/2014/main" id="{66EC7771-DE3B-9368-191A-094CD86DFEA6}"/>
              </a:ext>
            </a:extLst>
          </p:cNvPr>
          <p:cNvSpPr>
            <a:spLocks noGrp="1" noChangeArrowheads="1"/>
          </p:cNvSpPr>
          <p:nvPr>
            <p:ph sz="quarter" idx="13"/>
          </p:nvPr>
        </p:nvSpPr>
        <p:spPr bwMode="auto">
          <a:xfrm>
            <a:off x="838199" y="2024781"/>
            <a:ext cx="5212079" cy="413718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lvl="0" fontAlgn="base">
              <a:spcAft>
                <a:spcPct val="0"/>
              </a:spcAft>
            </a:pPr>
            <a:r>
              <a:rPr lang="en-US"/>
              <a:t>Technical Growth</a:t>
            </a:r>
            <a:endParaRPr kumimoji="0" lang="en-US" altLang="en-US" b="0" i="0" u="none" strike="noStrike" cap="none" normalizeH="0" baseline="0">
              <a:ln>
                <a:noFill/>
              </a:ln>
              <a:effectLst/>
            </a:endParaRPr>
          </a:p>
          <a:p>
            <a:pPr marL="0" marR="0" lvl="0" indent="0" fontAlgn="base">
              <a:spcAft>
                <a:spcPct val="0"/>
              </a:spcAft>
              <a:buSzTx/>
              <a:buFont typeface="Wingdings" panose="05000000000000000000" pitchFamily="2" charset="2"/>
              <a:buChar char="•"/>
              <a:tabLst/>
            </a:pPr>
            <a:r>
              <a:rPr kumimoji="0" lang="en-US" altLang="en-US" b="0" i="0" u="none" strike="noStrike" cap="none" normalizeH="0" baseline="0">
                <a:ln>
                  <a:noFill/>
                </a:ln>
                <a:effectLst/>
              </a:rPr>
              <a:t>Learned prompt engineering for image generation </a:t>
            </a:r>
          </a:p>
          <a:p>
            <a:pPr marL="0" marR="0" lvl="0" indent="0" fontAlgn="base">
              <a:spcAft>
                <a:spcPct val="0"/>
              </a:spcAft>
              <a:buSzTx/>
              <a:buFont typeface="Wingdings" panose="05000000000000000000" pitchFamily="2" charset="2"/>
              <a:buChar char="•"/>
              <a:tabLst/>
            </a:pPr>
            <a:r>
              <a:rPr kumimoji="0" lang="en-US" altLang="en-US" b="0" i="0" u="none" strike="noStrike" cap="none" normalizeH="0" baseline="0">
                <a:ln>
                  <a:noFill/>
                </a:ln>
                <a:effectLst/>
              </a:rPr>
              <a:t>Learned Whisper-based speech transcription </a:t>
            </a:r>
          </a:p>
          <a:p>
            <a:pPr marL="0" marR="0" lvl="0" indent="0" fontAlgn="base">
              <a:spcAft>
                <a:spcPct val="0"/>
              </a:spcAft>
              <a:buSzTx/>
              <a:buFont typeface="Wingdings" panose="05000000000000000000" pitchFamily="2" charset="2"/>
              <a:buChar char="•"/>
              <a:tabLst/>
            </a:pPr>
            <a:r>
              <a:rPr kumimoji="0" lang="en-US" altLang="en-US" b="0" i="0" u="none" strike="noStrike" cap="none" normalizeH="0" baseline="0">
                <a:ln>
                  <a:noFill/>
                </a:ln>
                <a:effectLst/>
              </a:rPr>
              <a:t>Built two working AI pipelines in Google Colab </a:t>
            </a:r>
          </a:p>
          <a:p>
            <a:pPr marL="0" marR="0" lvl="0" indent="0" fontAlgn="base">
              <a:spcAft>
                <a:spcPct val="0"/>
              </a:spcAft>
              <a:buSzTx/>
              <a:buFont typeface="Wingdings" panose="05000000000000000000" pitchFamily="2" charset="2"/>
              <a:buChar char="•"/>
              <a:tabLst/>
            </a:pPr>
            <a:r>
              <a:rPr kumimoji="0" lang="en-US" altLang="en-US" b="0" i="0" u="none" strike="noStrike" cap="none" normalizeH="0" baseline="0">
                <a:ln>
                  <a:noFill/>
                </a:ln>
                <a:effectLst/>
              </a:rPr>
              <a:t>Practiced evaluation, analysis, and project packaging </a:t>
            </a:r>
          </a:p>
        </p:txBody>
      </p:sp>
      <p:sp>
        <p:nvSpPr>
          <p:cNvPr id="11" name="TextBox 10">
            <a:extLst>
              <a:ext uri="{FF2B5EF4-FFF2-40B4-BE49-F238E27FC236}">
                <a16:creationId xmlns:a16="http://schemas.microsoft.com/office/drawing/2014/main" id="{CB15B429-E351-F0B2-C6D4-72672C3E50EB}"/>
              </a:ext>
            </a:extLst>
          </p:cNvPr>
          <p:cNvSpPr txBox="1"/>
          <p:nvPr/>
        </p:nvSpPr>
        <p:spPr>
          <a:xfrm>
            <a:off x="6459795" y="2024780"/>
            <a:ext cx="4894006" cy="4137189"/>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r>
              <a:rPr lang="en-US" b="1" dirty="0"/>
              <a:t>Quiz Challenge 1 GitHub:</a:t>
            </a:r>
            <a:br>
              <a:rPr lang="en-US" dirty="0"/>
            </a:br>
            <a:r>
              <a:rPr lang="en-US" dirty="0">
                <a:hlinkClick r:id="rId3">
                  <a:extLst>
                    <a:ext uri="{A12FA001-AC4F-418D-AE19-62706E023703}">
                      <ahyp:hlinkClr xmlns:ahyp="http://schemas.microsoft.com/office/drawing/2018/hyperlinkcolor" val="tx"/>
                    </a:ext>
                  </a:extLst>
                </a:hlinkClick>
              </a:rPr>
              <a:t>https://github.com/Ibrahim17A/Quiz-Challenge-1</a:t>
            </a:r>
            <a:endParaRPr lang="en-US" dirty="0"/>
          </a:p>
          <a:p>
            <a:pPr>
              <a:lnSpc>
                <a:spcPct val="90000"/>
              </a:lnSpc>
              <a:spcBef>
                <a:spcPts val="1000"/>
              </a:spcBef>
              <a:buClr>
                <a:schemeClr val="accent2"/>
              </a:buClr>
              <a:buFont typeface="Wingdings" panose="05000000000000000000" pitchFamily="2" charset="2"/>
            </a:pPr>
            <a:r>
              <a:rPr lang="en-US" b="1" dirty="0"/>
              <a:t>Quiz Challenge 2 GitHub:</a:t>
            </a:r>
            <a:br>
              <a:rPr lang="en-US" dirty="0"/>
            </a:br>
            <a:r>
              <a:rPr lang="en-US" dirty="0">
                <a:hlinkClick r:id="rId4">
                  <a:extLst>
                    <a:ext uri="{A12FA001-AC4F-418D-AE19-62706E023703}">
                      <ahyp:hlinkClr xmlns:ahyp="http://schemas.microsoft.com/office/drawing/2018/hyperlinkcolor" val="tx"/>
                    </a:ext>
                  </a:extLst>
                </a:hlinkClick>
              </a:rPr>
              <a:t>https://github.com/Ibrahim17A/Quiz-Challenge-2</a:t>
            </a:r>
            <a:endParaRPr lang="en-US" dirty="0"/>
          </a:p>
          <a:p>
            <a:pPr>
              <a:lnSpc>
                <a:spcPct val="90000"/>
              </a:lnSpc>
              <a:spcBef>
                <a:spcPts val="1000"/>
              </a:spcBef>
              <a:buClr>
                <a:schemeClr val="accent2"/>
              </a:buClr>
              <a:buFont typeface="Wingdings" panose="05000000000000000000" pitchFamily="2" charset="2"/>
            </a:pPr>
            <a:r>
              <a:rPr lang="en-US" b="1" dirty="0"/>
              <a:t>Quiz Challenge 1 Video:</a:t>
            </a:r>
            <a:br>
              <a:rPr lang="en-US" dirty="0"/>
            </a:br>
            <a:r>
              <a:rPr lang="en-US" dirty="0">
                <a:hlinkClick r:id="rId5">
                  <a:extLst>
                    <a:ext uri="{A12FA001-AC4F-418D-AE19-62706E023703}">
                      <ahyp:hlinkClr xmlns:ahyp="http://schemas.microsoft.com/office/drawing/2018/hyperlinkcolor" val="tx"/>
                    </a:ext>
                  </a:extLst>
                </a:hlinkClick>
              </a:rPr>
              <a:t>https://youtu.be/ELXB5Kzanhc</a:t>
            </a:r>
            <a:endParaRPr lang="en-US" dirty="0"/>
          </a:p>
          <a:p>
            <a:pPr>
              <a:lnSpc>
                <a:spcPct val="90000"/>
              </a:lnSpc>
              <a:spcBef>
                <a:spcPts val="1000"/>
              </a:spcBef>
              <a:buClr>
                <a:schemeClr val="accent2"/>
              </a:buClr>
              <a:buFont typeface="Wingdings" panose="05000000000000000000" pitchFamily="2" charset="2"/>
            </a:pPr>
            <a:r>
              <a:rPr lang="en-US" b="1" dirty="0"/>
              <a:t>Quiz Challenge 2 Video:</a:t>
            </a:r>
            <a:br>
              <a:rPr lang="en-US" dirty="0"/>
            </a:br>
            <a:r>
              <a:rPr lang="en-US" dirty="0">
                <a:hlinkClick r:id="rId6">
                  <a:extLst>
                    <a:ext uri="{A12FA001-AC4F-418D-AE19-62706E023703}">
                      <ahyp:hlinkClr xmlns:ahyp="http://schemas.microsoft.com/office/drawing/2018/hyperlinkcolor" val="tx"/>
                    </a:ext>
                  </a:extLst>
                </a:hlinkClick>
              </a:rPr>
              <a:t>https://youtu.be/ze_XmmZESyo</a:t>
            </a:r>
            <a:endParaRPr lang="en-US" dirty="0"/>
          </a:p>
          <a:p>
            <a:pPr>
              <a:lnSpc>
                <a:spcPct val="90000"/>
              </a:lnSpc>
              <a:spcBef>
                <a:spcPts val="1000"/>
              </a:spcBef>
              <a:buClr>
                <a:schemeClr val="accent2"/>
              </a:buClr>
              <a:buFont typeface="Wingdings" panose="05000000000000000000" pitchFamily="2" charset="2"/>
            </a:pPr>
            <a:endParaRPr lang="en-US" dirty="0"/>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EF49-F5BB-75C8-B279-00B98EA2C9ED}"/>
              </a:ext>
            </a:extLst>
          </p:cNvPr>
          <p:cNvSpPr>
            <a:spLocks noGrp="1"/>
          </p:cNvSpPr>
          <p:nvPr>
            <p:ph type="title"/>
          </p:nvPr>
        </p:nvSpPr>
        <p:spPr>
          <a:xfrm>
            <a:off x="838200" y="365125"/>
            <a:ext cx="10515600" cy="1325563"/>
          </a:xfrm>
        </p:spPr>
        <p:txBody>
          <a:bodyPr anchor="ctr">
            <a:normAutofit/>
          </a:bodyPr>
          <a:lstStyle/>
          <a:p>
            <a:r>
              <a:rPr lang="en-US" b="1" dirty="0"/>
              <a:t>Conclusion and Future Work</a:t>
            </a:r>
          </a:p>
        </p:txBody>
      </p:sp>
      <p:graphicFrame>
        <p:nvGraphicFramePr>
          <p:cNvPr id="7" name="Rectangle 1">
            <a:extLst>
              <a:ext uri="{FF2B5EF4-FFF2-40B4-BE49-F238E27FC236}">
                <a16:creationId xmlns:a16="http://schemas.microsoft.com/office/drawing/2014/main" id="{FEBA06E8-1B95-72AE-D844-230CC6A7C4C0}"/>
              </a:ext>
            </a:extLst>
          </p:cNvPr>
          <p:cNvGraphicFramePr>
            <a:graphicFrameLocks noGrp="1"/>
          </p:cNvGraphicFramePr>
          <p:nvPr>
            <p:ph type="tbl" sz="quarter" idx="13"/>
            <p:extLst>
              <p:ext uri="{D42A27DB-BD31-4B8C-83A1-F6EECF244321}">
                <p14:modId xmlns:p14="http://schemas.microsoft.com/office/powerpoint/2010/main" val="1139178007"/>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7715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Ibrahim Alborno</a:t>
            </a:r>
          </a:p>
          <a:p>
            <a:r>
              <a:rPr lang="en-US" dirty="0">
                <a:hlinkClick r:id="rId3"/>
              </a:rPr>
              <a:t>https://github.com/Ibrahim17A/Final-Challenge-Presentation</a:t>
            </a:r>
            <a:endParaRPr lang="en-US" dirty="0"/>
          </a:p>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210</TotalTime>
  <Words>556</Words>
  <Application>Microsoft Office PowerPoint</Application>
  <PresentationFormat>Widescreen</PresentationFormat>
  <Paragraphs>89</Paragraphs>
  <Slides>14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Calibri Light</vt:lpstr>
      <vt:lpstr>Wingdings</vt:lpstr>
      <vt:lpstr>Custom</vt:lpstr>
      <vt:lpstr>CS 5542 Final Showcase: Foundation Models for Image and Speech AI</vt:lpstr>
      <vt:lpstr>Quiz Challenge I — Controlled E-Commerce Image Generation</vt:lpstr>
      <vt:lpstr>Quiz Challenge I — Approach and Best Results</vt:lpstr>
      <vt:lpstr>PowerPoint Presentation</vt:lpstr>
      <vt:lpstr>PowerPoint Presentation</vt:lpstr>
      <vt:lpstr>PowerPoint Presentation</vt:lpstr>
      <vt:lpstr>Quiz Challenge I — Key Findings</vt:lpstr>
      <vt:lpstr>Quiz Challenge II — AI Speech Intelligence with Whisper</vt:lpstr>
      <vt:lpstr>Quiz Challenge II — Approach and Best Results</vt:lpstr>
      <vt:lpstr>PowerPoint Presentation</vt:lpstr>
      <vt:lpstr>Quiz Challenge II — Key Findings</vt:lpstr>
      <vt:lpstr>Technical Growth and Project Evidence</vt:lpstr>
      <vt:lpstr>Conclusion and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alborno</dc:creator>
  <cp:lastModifiedBy>ibrahim alborno</cp:lastModifiedBy>
  <cp:revision>3</cp:revision>
  <dcterms:created xsi:type="dcterms:W3CDTF">2026-05-04T23:39:32Z</dcterms:created>
  <dcterms:modified xsi:type="dcterms:W3CDTF">2026-05-05T03:09:51Z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